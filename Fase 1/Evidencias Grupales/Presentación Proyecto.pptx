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C343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C343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C343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5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3128" y="1789176"/>
            <a:ext cx="7620000" cy="41544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5" y="1481327"/>
            <a:ext cx="3947160" cy="52456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2C343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65" y="-33756"/>
            <a:ext cx="10481868" cy="17104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2C343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637" y="1504950"/>
            <a:ext cx="10605135" cy="4041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581015" cy="6858000"/>
          </a:xfrm>
          <a:custGeom>
            <a:avLst/>
            <a:gdLst/>
            <a:ahLst/>
            <a:cxnLst/>
            <a:rect l="l" t="t" r="r" b="b"/>
            <a:pathLst>
              <a:path w="5581015" h="6858000">
                <a:moveTo>
                  <a:pt x="5244465" y="0"/>
                </a:moveTo>
                <a:lnTo>
                  <a:pt x="0" y="0"/>
                </a:lnTo>
                <a:lnTo>
                  <a:pt x="0" y="6857997"/>
                </a:lnTo>
                <a:lnTo>
                  <a:pt x="5433480" y="6857997"/>
                </a:lnTo>
                <a:lnTo>
                  <a:pt x="5429504" y="6842352"/>
                </a:lnTo>
                <a:lnTo>
                  <a:pt x="5410427" y="6790697"/>
                </a:lnTo>
                <a:lnTo>
                  <a:pt x="5389492" y="6741616"/>
                </a:lnTo>
                <a:lnTo>
                  <a:pt x="5367196" y="6694757"/>
                </a:lnTo>
                <a:lnTo>
                  <a:pt x="5344035" y="6649769"/>
                </a:lnTo>
                <a:lnTo>
                  <a:pt x="5320505" y="6606302"/>
                </a:lnTo>
                <a:lnTo>
                  <a:pt x="5297103" y="6564005"/>
                </a:lnTo>
                <a:lnTo>
                  <a:pt x="5274325" y="6522528"/>
                </a:lnTo>
                <a:lnTo>
                  <a:pt x="5252666" y="6481519"/>
                </a:lnTo>
                <a:lnTo>
                  <a:pt x="5232624" y="6440628"/>
                </a:lnTo>
                <a:lnTo>
                  <a:pt x="5214695" y="6399504"/>
                </a:lnTo>
                <a:lnTo>
                  <a:pt x="5199375" y="6357797"/>
                </a:lnTo>
                <a:lnTo>
                  <a:pt x="5187159" y="6315155"/>
                </a:lnTo>
                <a:lnTo>
                  <a:pt x="5178546" y="6271229"/>
                </a:lnTo>
                <a:lnTo>
                  <a:pt x="5174029" y="6225666"/>
                </a:lnTo>
                <a:lnTo>
                  <a:pt x="5174107" y="6178118"/>
                </a:lnTo>
                <a:lnTo>
                  <a:pt x="5178363" y="6135791"/>
                </a:lnTo>
                <a:lnTo>
                  <a:pt x="5186473" y="6093435"/>
                </a:lnTo>
                <a:lnTo>
                  <a:pt x="5198061" y="6051055"/>
                </a:lnTo>
                <a:lnTo>
                  <a:pt x="5212752" y="6008655"/>
                </a:lnTo>
                <a:lnTo>
                  <a:pt x="5230168" y="5966239"/>
                </a:lnTo>
                <a:lnTo>
                  <a:pt x="5249933" y="5923812"/>
                </a:lnTo>
                <a:lnTo>
                  <a:pt x="5271673" y="5881379"/>
                </a:lnTo>
                <a:lnTo>
                  <a:pt x="5295009" y="5838944"/>
                </a:lnTo>
                <a:lnTo>
                  <a:pt x="5319566" y="5796511"/>
                </a:lnTo>
                <a:lnTo>
                  <a:pt x="5344968" y="5754085"/>
                </a:lnTo>
                <a:lnTo>
                  <a:pt x="5396801" y="5669272"/>
                </a:lnTo>
                <a:lnTo>
                  <a:pt x="5422480" y="5626894"/>
                </a:lnTo>
                <a:lnTo>
                  <a:pt x="5447498" y="5584541"/>
                </a:lnTo>
                <a:lnTo>
                  <a:pt x="5471481" y="5542217"/>
                </a:lnTo>
                <a:lnTo>
                  <a:pt x="5494051" y="5499927"/>
                </a:lnTo>
                <a:lnTo>
                  <a:pt x="5514832" y="5457676"/>
                </a:lnTo>
                <a:lnTo>
                  <a:pt x="5533448" y="5415467"/>
                </a:lnTo>
                <a:lnTo>
                  <a:pt x="5549523" y="5373305"/>
                </a:lnTo>
                <a:lnTo>
                  <a:pt x="5562681" y="5331195"/>
                </a:lnTo>
                <a:lnTo>
                  <a:pt x="5572545" y="5289142"/>
                </a:lnTo>
                <a:lnTo>
                  <a:pt x="5578739" y="5247149"/>
                </a:lnTo>
                <a:lnTo>
                  <a:pt x="5580888" y="5205222"/>
                </a:lnTo>
                <a:lnTo>
                  <a:pt x="5578923" y="5146824"/>
                </a:lnTo>
                <a:lnTo>
                  <a:pt x="5573245" y="5091602"/>
                </a:lnTo>
                <a:lnTo>
                  <a:pt x="5564185" y="5039342"/>
                </a:lnTo>
                <a:lnTo>
                  <a:pt x="5552070" y="4989832"/>
                </a:lnTo>
                <a:lnTo>
                  <a:pt x="5537229" y="4942861"/>
                </a:lnTo>
                <a:lnTo>
                  <a:pt x="5519989" y="4898217"/>
                </a:lnTo>
                <a:lnTo>
                  <a:pt x="5500681" y="4855687"/>
                </a:lnTo>
                <a:lnTo>
                  <a:pt x="5479631" y="4815059"/>
                </a:lnTo>
                <a:lnTo>
                  <a:pt x="5457169" y="4776121"/>
                </a:lnTo>
                <a:lnTo>
                  <a:pt x="5433623" y="4738661"/>
                </a:lnTo>
                <a:lnTo>
                  <a:pt x="5409322" y="4702468"/>
                </a:lnTo>
                <a:lnTo>
                  <a:pt x="5384594" y="4667329"/>
                </a:lnTo>
                <a:lnTo>
                  <a:pt x="5359767" y="4633032"/>
                </a:lnTo>
                <a:lnTo>
                  <a:pt x="5335169" y="4599364"/>
                </a:lnTo>
                <a:lnTo>
                  <a:pt x="5311131" y="4566115"/>
                </a:lnTo>
                <a:lnTo>
                  <a:pt x="5287979" y="4533072"/>
                </a:lnTo>
                <a:lnTo>
                  <a:pt x="5266042" y="4500022"/>
                </a:lnTo>
                <a:lnTo>
                  <a:pt x="5245650" y="4466754"/>
                </a:lnTo>
                <a:lnTo>
                  <a:pt x="5227129" y="4433056"/>
                </a:lnTo>
                <a:lnTo>
                  <a:pt x="5197019" y="4363521"/>
                </a:lnTo>
                <a:lnTo>
                  <a:pt x="5178339" y="4289720"/>
                </a:lnTo>
                <a:lnTo>
                  <a:pt x="5174107" y="4250690"/>
                </a:lnTo>
                <a:lnTo>
                  <a:pt x="5173463" y="4209996"/>
                </a:lnTo>
                <a:lnTo>
                  <a:pt x="5176258" y="4170881"/>
                </a:lnTo>
                <a:lnTo>
                  <a:pt x="5182173" y="4133107"/>
                </a:lnTo>
                <a:lnTo>
                  <a:pt x="5202098" y="4060631"/>
                </a:lnTo>
                <a:lnTo>
                  <a:pt x="5230699" y="3990666"/>
                </a:lnTo>
                <a:lnTo>
                  <a:pt x="5247461" y="3956031"/>
                </a:lnTo>
                <a:lnTo>
                  <a:pt x="5265440" y="3921310"/>
                </a:lnTo>
                <a:lnTo>
                  <a:pt x="5284319" y="3886266"/>
                </a:lnTo>
                <a:lnTo>
                  <a:pt x="5303781" y="3850661"/>
                </a:lnTo>
                <a:lnTo>
                  <a:pt x="5323510" y="3814257"/>
                </a:lnTo>
                <a:lnTo>
                  <a:pt x="5343187" y="3776817"/>
                </a:lnTo>
                <a:lnTo>
                  <a:pt x="5362496" y="3738103"/>
                </a:lnTo>
                <a:lnTo>
                  <a:pt x="5381118" y="3697877"/>
                </a:lnTo>
                <a:lnTo>
                  <a:pt x="5398738" y="3655901"/>
                </a:lnTo>
                <a:lnTo>
                  <a:pt x="5415038" y="3611937"/>
                </a:lnTo>
                <a:lnTo>
                  <a:pt x="5429701" y="3565749"/>
                </a:lnTo>
                <a:lnTo>
                  <a:pt x="5442408" y="3517098"/>
                </a:lnTo>
                <a:lnTo>
                  <a:pt x="5452844" y="3465746"/>
                </a:lnTo>
                <a:lnTo>
                  <a:pt x="5460692" y="3411456"/>
                </a:lnTo>
                <a:lnTo>
                  <a:pt x="5465632" y="3353990"/>
                </a:lnTo>
                <a:lnTo>
                  <a:pt x="5467350" y="3293110"/>
                </a:lnTo>
                <a:lnTo>
                  <a:pt x="5465663" y="3232181"/>
                </a:lnTo>
                <a:lnTo>
                  <a:pt x="5460807" y="3174575"/>
                </a:lnTo>
                <a:lnTo>
                  <a:pt x="5453092" y="3120064"/>
                </a:lnTo>
                <a:lnTo>
                  <a:pt x="5442827" y="3068421"/>
                </a:lnTo>
                <a:lnTo>
                  <a:pt x="5430321" y="3019418"/>
                </a:lnTo>
                <a:lnTo>
                  <a:pt x="5415881" y="2972827"/>
                </a:lnTo>
                <a:lnTo>
                  <a:pt x="5399819" y="2928421"/>
                </a:lnTo>
                <a:lnTo>
                  <a:pt x="5382441" y="2885971"/>
                </a:lnTo>
                <a:lnTo>
                  <a:pt x="5364058" y="2845250"/>
                </a:lnTo>
                <a:lnTo>
                  <a:pt x="5344978" y="2806030"/>
                </a:lnTo>
                <a:lnTo>
                  <a:pt x="5325510" y="2768084"/>
                </a:lnTo>
                <a:lnTo>
                  <a:pt x="5305964" y="2731184"/>
                </a:lnTo>
                <a:lnTo>
                  <a:pt x="5286648" y="2695102"/>
                </a:lnTo>
                <a:lnTo>
                  <a:pt x="5267870" y="2659610"/>
                </a:lnTo>
                <a:lnTo>
                  <a:pt x="5249941" y="2624481"/>
                </a:lnTo>
                <a:lnTo>
                  <a:pt x="5233168" y="2589487"/>
                </a:lnTo>
                <a:lnTo>
                  <a:pt x="5217862" y="2554400"/>
                </a:lnTo>
                <a:lnTo>
                  <a:pt x="5192882" y="2483038"/>
                </a:lnTo>
                <a:lnTo>
                  <a:pt x="5177473" y="2408571"/>
                </a:lnTo>
                <a:lnTo>
                  <a:pt x="5174130" y="2369605"/>
                </a:lnTo>
                <a:lnTo>
                  <a:pt x="5174107" y="2329179"/>
                </a:lnTo>
                <a:lnTo>
                  <a:pt x="5177752" y="2288943"/>
                </a:lnTo>
                <a:lnTo>
                  <a:pt x="5184978" y="2250488"/>
                </a:lnTo>
                <a:lnTo>
                  <a:pt x="5195435" y="2213558"/>
                </a:lnTo>
                <a:lnTo>
                  <a:pt x="5224652" y="2143235"/>
                </a:lnTo>
                <a:lnTo>
                  <a:pt x="5242716" y="2109325"/>
                </a:lnTo>
                <a:lnTo>
                  <a:pt x="5262619" y="2075904"/>
                </a:lnTo>
                <a:lnTo>
                  <a:pt x="5284013" y="2042715"/>
                </a:lnTo>
                <a:lnTo>
                  <a:pt x="5306549" y="2009498"/>
                </a:lnTo>
                <a:lnTo>
                  <a:pt x="5353659" y="1941946"/>
                </a:lnTo>
                <a:lnTo>
                  <a:pt x="5377536" y="1907095"/>
                </a:lnTo>
                <a:lnTo>
                  <a:pt x="5401163" y="1871181"/>
                </a:lnTo>
                <a:lnTo>
                  <a:pt x="5424192" y="1833947"/>
                </a:lnTo>
                <a:lnTo>
                  <a:pt x="5446275" y="1795133"/>
                </a:lnTo>
                <a:lnTo>
                  <a:pt x="5467064" y="1754482"/>
                </a:lnTo>
                <a:lnTo>
                  <a:pt x="5486211" y="1711735"/>
                </a:lnTo>
                <a:lnTo>
                  <a:pt x="5503367" y="1666633"/>
                </a:lnTo>
                <a:lnTo>
                  <a:pt x="5518185" y="1618917"/>
                </a:lnTo>
                <a:lnTo>
                  <a:pt x="5530315" y="1568329"/>
                </a:lnTo>
                <a:lnTo>
                  <a:pt x="5539411" y="1514610"/>
                </a:lnTo>
                <a:lnTo>
                  <a:pt x="5545124" y="1457502"/>
                </a:lnTo>
                <a:lnTo>
                  <a:pt x="5547106" y="1396746"/>
                </a:lnTo>
                <a:lnTo>
                  <a:pt x="5545493" y="1343279"/>
                </a:lnTo>
                <a:lnTo>
                  <a:pt x="5540824" y="1293516"/>
                </a:lnTo>
                <a:lnTo>
                  <a:pt x="5533354" y="1247147"/>
                </a:lnTo>
                <a:lnTo>
                  <a:pt x="5523337" y="1203864"/>
                </a:lnTo>
                <a:lnTo>
                  <a:pt x="5511028" y="1163358"/>
                </a:lnTo>
                <a:lnTo>
                  <a:pt x="5496682" y="1125321"/>
                </a:lnTo>
                <a:lnTo>
                  <a:pt x="5480553" y="1089444"/>
                </a:lnTo>
                <a:lnTo>
                  <a:pt x="5462897" y="1055418"/>
                </a:lnTo>
                <a:lnTo>
                  <a:pt x="5424018" y="991685"/>
                </a:lnTo>
                <a:lnTo>
                  <a:pt x="5382083" y="931654"/>
                </a:lnTo>
                <a:lnTo>
                  <a:pt x="5339130" y="872855"/>
                </a:lnTo>
                <a:lnTo>
                  <a:pt x="5317908" y="843146"/>
                </a:lnTo>
                <a:lnTo>
                  <a:pt x="5277246" y="781566"/>
                </a:lnTo>
                <a:lnTo>
                  <a:pt x="5240659" y="715046"/>
                </a:lnTo>
                <a:lnTo>
                  <a:pt x="5224531" y="679161"/>
                </a:lnTo>
                <a:lnTo>
                  <a:pt x="5210184" y="641116"/>
                </a:lnTo>
                <a:lnTo>
                  <a:pt x="5197876" y="600600"/>
                </a:lnTo>
                <a:lnTo>
                  <a:pt x="5187859" y="557307"/>
                </a:lnTo>
                <a:lnTo>
                  <a:pt x="5180389" y="510926"/>
                </a:lnTo>
                <a:lnTo>
                  <a:pt x="5175720" y="461150"/>
                </a:lnTo>
                <a:lnTo>
                  <a:pt x="5174107" y="407670"/>
                </a:lnTo>
                <a:lnTo>
                  <a:pt x="5175350" y="357161"/>
                </a:lnTo>
                <a:lnTo>
                  <a:pt x="5178953" y="306998"/>
                </a:lnTo>
                <a:lnTo>
                  <a:pt x="5184729" y="257204"/>
                </a:lnTo>
                <a:lnTo>
                  <a:pt x="5192490" y="207803"/>
                </a:lnTo>
                <a:lnTo>
                  <a:pt x="5202049" y="158819"/>
                </a:lnTo>
                <a:lnTo>
                  <a:pt x="5213219" y="110275"/>
                </a:lnTo>
                <a:lnTo>
                  <a:pt x="5225811" y="62196"/>
                </a:lnTo>
                <a:lnTo>
                  <a:pt x="5239639" y="14604"/>
                </a:lnTo>
                <a:lnTo>
                  <a:pt x="5244465" y="0"/>
                </a:lnTo>
                <a:close/>
              </a:path>
            </a:pathLst>
          </a:custGeom>
          <a:solidFill>
            <a:srgbClr val="D0805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23036" y="2906344"/>
            <a:ext cx="433768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spc="-10" b="1">
                <a:solidFill>
                  <a:srgbClr val="F7F5F0"/>
                </a:solidFill>
                <a:latin typeface="Arial"/>
                <a:cs typeface="Arial"/>
              </a:rPr>
              <a:t>MuebleDesigner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2744" y="2226005"/>
            <a:ext cx="178181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200" spc="-10">
                <a:solidFill>
                  <a:srgbClr val="2C3430"/>
                </a:solidFill>
                <a:latin typeface="Trebuchet MS"/>
                <a:cs typeface="Trebuchet MS"/>
              </a:rPr>
              <a:t>Integrantes: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22744" y="2565984"/>
            <a:ext cx="3006090" cy="2141855"/>
          </a:xfrm>
          <a:prstGeom prst="rect">
            <a:avLst/>
          </a:prstGeom>
        </p:spPr>
        <p:txBody>
          <a:bodyPr wrap="square" lIns="0" tIns="20447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61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200">
                <a:solidFill>
                  <a:srgbClr val="2C3430"/>
                </a:solidFill>
                <a:latin typeface="Trebuchet MS"/>
                <a:cs typeface="Trebuchet MS"/>
              </a:rPr>
              <a:t>Maximiliano</a:t>
            </a:r>
            <a:r>
              <a:rPr dirty="0" sz="2200" spc="19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200" spc="-20">
                <a:solidFill>
                  <a:srgbClr val="2C3430"/>
                </a:solidFill>
                <a:latin typeface="Trebuchet MS"/>
                <a:cs typeface="Trebuchet MS"/>
              </a:rPr>
              <a:t>Tara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51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200">
                <a:solidFill>
                  <a:srgbClr val="2C3430"/>
                </a:solidFill>
                <a:latin typeface="Trebuchet MS"/>
                <a:cs typeface="Trebuchet MS"/>
              </a:rPr>
              <a:t>Paris</a:t>
            </a:r>
            <a:r>
              <a:rPr dirty="0" sz="2200" spc="2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200" spc="-10">
                <a:solidFill>
                  <a:srgbClr val="2C3430"/>
                </a:solidFill>
                <a:latin typeface="Trebuchet MS"/>
                <a:cs typeface="Trebuchet MS"/>
              </a:rPr>
              <a:t>Martínez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54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200">
                <a:solidFill>
                  <a:srgbClr val="2C3430"/>
                </a:solidFill>
                <a:latin typeface="Trebuchet MS"/>
                <a:cs typeface="Trebuchet MS"/>
              </a:rPr>
              <a:t>Sección:</a:t>
            </a:r>
            <a:r>
              <a:rPr dirty="0" sz="2200" spc="105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200" spc="165">
                <a:solidFill>
                  <a:srgbClr val="2C3430"/>
                </a:solidFill>
                <a:latin typeface="Trebuchet MS"/>
                <a:cs typeface="Trebuchet MS"/>
              </a:rPr>
              <a:t>006D</a:t>
            </a:r>
            <a:endParaRPr sz="22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1535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200">
                <a:solidFill>
                  <a:srgbClr val="2C3430"/>
                </a:solidFill>
                <a:latin typeface="Trebuchet MS"/>
                <a:cs typeface="Trebuchet MS"/>
              </a:rPr>
              <a:t>Asignatura:</a:t>
            </a:r>
            <a:r>
              <a:rPr dirty="0" sz="2200" spc="25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200" spc="80">
                <a:solidFill>
                  <a:srgbClr val="2C3430"/>
                </a:solidFill>
                <a:latin typeface="Trebuchet MS"/>
                <a:cs typeface="Trebuchet MS"/>
              </a:rPr>
              <a:t>Capstone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8553" y="3521969"/>
            <a:ext cx="3870960" cy="3336925"/>
            <a:chOff x="738553" y="3521969"/>
            <a:chExt cx="3870960" cy="3336925"/>
          </a:xfrm>
        </p:grpSpPr>
        <p:sp>
          <p:nvSpPr>
            <p:cNvPr id="3" name="object 3"/>
            <p:cNvSpPr/>
            <p:nvPr/>
          </p:nvSpPr>
          <p:spPr>
            <a:xfrm>
              <a:off x="738553" y="5302697"/>
              <a:ext cx="2119630" cy="1555750"/>
            </a:xfrm>
            <a:custGeom>
              <a:avLst/>
              <a:gdLst/>
              <a:ahLst/>
              <a:cxnLst/>
              <a:rect l="l" t="t" r="r" b="b"/>
              <a:pathLst>
                <a:path w="2119630" h="1555750">
                  <a:moveTo>
                    <a:pt x="1266584" y="0"/>
                  </a:moveTo>
                  <a:lnTo>
                    <a:pt x="1221898" y="3645"/>
                  </a:lnTo>
                  <a:lnTo>
                    <a:pt x="1173919" y="10833"/>
                  </a:lnTo>
                  <a:lnTo>
                    <a:pt x="1123461" y="21017"/>
                  </a:lnTo>
                  <a:lnTo>
                    <a:pt x="1071339" y="33651"/>
                  </a:lnTo>
                  <a:lnTo>
                    <a:pt x="1018367" y="48191"/>
                  </a:lnTo>
                  <a:lnTo>
                    <a:pt x="965360" y="64090"/>
                  </a:lnTo>
                  <a:lnTo>
                    <a:pt x="913133" y="80802"/>
                  </a:lnTo>
                  <a:lnTo>
                    <a:pt x="862500" y="97783"/>
                  </a:lnTo>
                  <a:lnTo>
                    <a:pt x="814275" y="114487"/>
                  </a:lnTo>
                  <a:lnTo>
                    <a:pt x="768374" y="130920"/>
                  </a:lnTo>
                  <a:lnTo>
                    <a:pt x="723965" y="147651"/>
                  </a:lnTo>
                  <a:lnTo>
                    <a:pt x="680625" y="164978"/>
                  </a:lnTo>
                  <a:lnTo>
                    <a:pt x="637933" y="183199"/>
                  </a:lnTo>
                  <a:lnTo>
                    <a:pt x="595468" y="202614"/>
                  </a:lnTo>
                  <a:lnTo>
                    <a:pt x="552809" y="223519"/>
                  </a:lnTo>
                  <a:lnTo>
                    <a:pt x="509533" y="246213"/>
                  </a:lnTo>
                  <a:lnTo>
                    <a:pt x="465220" y="270995"/>
                  </a:lnTo>
                  <a:lnTo>
                    <a:pt x="419447" y="298162"/>
                  </a:lnTo>
                  <a:lnTo>
                    <a:pt x="371794" y="328012"/>
                  </a:lnTo>
                  <a:lnTo>
                    <a:pt x="341504" y="359822"/>
                  </a:lnTo>
                  <a:lnTo>
                    <a:pt x="306545" y="400172"/>
                  </a:lnTo>
                  <a:lnTo>
                    <a:pt x="269078" y="446290"/>
                  </a:lnTo>
                  <a:lnTo>
                    <a:pt x="231263" y="495409"/>
                  </a:lnTo>
                  <a:lnTo>
                    <a:pt x="195260" y="544758"/>
                  </a:lnTo>
                  <a:lnTo>
                    <a:pt x="163229" y="591568"/>
                  </a:lnTo>
                  <a:lnTo>
                    <a:pt x="137331" y="633069"/>
                  </a:lnTo>
                  <a:lnTo>
                    <a:pt x="100088" y="705549"/>
                  </a:lnTo>
                  <a:lnTo>
                    <a:pt x="81967" y="743667"/>
                  </a:lnTo>
                  <a:lnTo>
                    <a:pt x="65440" y="781254"/>
                  </a:lnTo>
                  <a:lnTo>
                    <a:pt x="50586" y="818716"/>
                  </a:lnTo>
                  <a:lnTo>
                    <a:pt x="37482" y="856462"/>
                  </a:lnTo>
                  <a:lnTo>
                    <a:pt x="26207" y="894898"/>
                  </a:lnTo>
                  <a:lnTo>
                    <a:pt x="16839" y="934432"/>
                  </a:lnTo>
                  <a:lnTo>
                    <a:pt x="9456" y="975471"/>
                  </a:lnTo>
                  <a:lnTo>
                    <a:pt x="4136" y="1018423"/>
                  </a:lnTo>
                  <a:lnTo>
                    <a:pt x="958" y="1063694"/>
                  </a:lnTo>
                  <a:lnTo>
                    <a:pt x="0" y="1111693"/>
                  </a:lnTo>
                  <a:lnTo>
                    <a:pt x="1339" y="1162826"/>
                  </a:lnTo>
                  <a:lnTo>
                    <a:pt x="5055" y="1217502"/>
                  </a:lnTo>
                  <a:lnTo>
                    <a:pt x="11226" y="1276126"/>
                  </a:lnTo>
                  <a:lnTo>
                    <a:pt x="19929" y="1339107"/>
                  </a:lnTo>
                  <a:lnTo>
                    <a:pt x="31243" y="1406852"/>
                  </a:lnTo>
                  <a:lnTo>
                    <a:pt x="45246" y="1479769"/>
                  </a:lnTo>
                  <a:lnTo>
                    <a:pt x="61383" y="1555302"/>
                  </a:lnTo>
                  <a:lnTo>
                    <a:pt x="69597" y="1555302"/>
                  </a:lnTo>
                  <a:lnTo>
                    <a:pt x="229895" y="1492117"/>
                  </a:lnTo>
                  <a:lnTo>
                    <a:pt x="454916" y="1401737"/>
                  </a:lnTo>
                  <a:lnTo>
                    <a:pt x="1433516" y="1002832"/>
                  </a:lnTo>
                  <a:lnTo>
                    <a:pt x="1674500" y="906209"/>
                  </a:lnTo>
                  <a:lnTo>
                    <a:pt x="1859746" y="833272"/>
                  </a:lnTo>
                  <a:lnTo>
                    <a:pt x="1992715" y="781948"/>
                  </a:lnTo>
                  <a:lnTo>
                    <a:pt x="2119454" y="734120"/>
                  </a:lnTo>
                  <a:lnTo>
                    <a:pt x="2073297" y="666683"/>
                  </a:lnTo>
                  <a:lnTo>
                    <a:pt x="2028031" y="603382"/>
                  </a:lnTo>
                  <a:lnTo>
                    <a:pt x="1983654" y="544084"/>
                  </a:lnTo>
                  <a:lnTo>
                    <a:pt x="1940164" y="488655"/>
                  </a:lnTo>
                  <a:lnTo>
                    <a:pt x="1897561" y="436962"/>
                  </a:lnTo>
                  <a:lnTo>
                    <a:pt x="1855841" y="388871"/>
                  </a:lnTo>
                  <a:lnTo>
                    <a:pt x="1815004" y="344250"/>
                  </a:lnTo>
                  <a:lnTo>
                    <a:pt x="1775047" y="302963"/>
                  </a:lnTo>
                  <a:lnTo>
                    <a:pt x="1735970" y="264879"/>
                  </a:lnTo>
                  <a:lnTo>
                    <a:pt x="1697769" y="229864"/>
                  </a:lnTo>
                  <a:lnTo>
                    <a:pt x="1660444" y="197783"/>
                  </a:lnTo>
                  <a:lnTo>
                    <a:pt x="1623993" y="168504"/>
                  </a:lnTo>
                  <a:lnTo>
                    <a:pt x="1588414" y="141893"/>
                  </a:lnTo>
                  <a:lnTo>
                    <a:pt x="1553706" y="117817"/>
                  </a:lnTo>
                  <a:lnTo>
                    <a:pt x="1519865" y="96142"/>
                  </a:lnTo>
                  <a:lnTo>
                    <a:pt x="1486892" y="76735"/>
                  </a:lnTo>
                  <a:lnTo>
                    <a:pt x="1423540" y="44190"/>
                  </a:lnTo>
                  <a:lnTo>
                    <a:pt x="1363634" y="19115"/>
                  </a:lnTo>
                  <a:lnTo>
                    <a:pt x="1307162" y="441"/>
                  </a:lnTo>
                  <a:lnTo>
                    <a:pt x="1266584" y="0"/>
                  </a:lnTo>
                  <a:close/>
                </a:path>
              </a:pathLst>
            </a:custGeom>
            <a:solidFill>
              <a:srgbClr val="5589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93756" y="3521969"/>
              <a:ext cx="1881505" cy="1952625"/>
            </a:xfrm>
            <a:custGeom>
              <a:avLst/>
              <a:gdLst/>
              <a:ahLst/>
              <a:cxnLst/>
              <a:rect l="l" t="t" r="r" b="b"/>
              <a:pathLst>
                <a:path w="1881504" h="1952625">
                  <a:moveTo>
                    <a:pt x="972125" y="0"/>
                  </a:moveTo>
                  <a:lnTo>
                    <a:pt x="889198" y="8936"/>
                  </a:lnTo>
                  <a:lnTo>
                    <a:pt x="839942" y="25196"/>
                  </a:lnTo>
                  <a:lnTo>
                    <a:pt x="790428" y="48190"/>
                  </a:lnTo>
                  <a:lnTo>
                    <a:pt x="744361" y="77074"/>
                  </a:lnTo>
                  <a:lnTo>
                    <a:pt x="705444" y="111004"/>
                  </a:lnTo>
                  <a:lnTo>
                    <a:pt x="677379" y="149134"/>
                  </a:lnTo>
                  <a:lnTo>
                    <a:pt x="663871" y="190621"/>
                  </a:lnTo>
                  <a:lnTo>
                    <a:pt x="659615" y="247596"/>
                  </a:lnTo>
                  <a:lnTo>
                    <a:pt x="661313" y="293101"/>
                  </a:lnTo>
                  <a:lnTo>
                    <a:pt x="668189" y="332179"/>
                  </a:lnTo>
                  <a:lnTo>
                    <a:pt x="679469" y="369870"/>
                  </a:lnTo>
                  <a:lnTo>
                    <a:pt x="712131" y="461258"/>
                  </a:lnTo>
                  <a:lnTo>
                    <a:pt x="663657" y="426145"/>
                  </a:lnTo>
                  <a:lnTo>
                    <a:pt x="620777" y="396161"/>
                  </a:lnTo>
                  <a:lnTo>
                    <a:pt x="581430" y="370758"/>
                  </a:lnTo>
                  <a:lnTo>
                    <a:pt x="543555" y="349387"/>
                  </a:lnTo>
                  <a:lnTo>
                    <a:pt x="505090" y="331499"/>
                  </a:lnTo>
                  <a:lnTo>
                    <a:pt x="463975" y="316544"/>
                  </a:lnTo>
                  <a:lnTo>
                    <a:pt x="418149" y="303973"/>
                  </a:lnTo>
                  <a:lnTo>
                    <a:pt x="365548" y="293237"/>
                  </a:lnTo>
                  <a:lnTo>
                    <a:pt x="331144" y="298100"/>
                  </a:lnTo>
                  <a:lnTo>
                    <a:pt x="261039" y="330239"/>
                  </a:lnTo>
                  <a:lnTo>
                    <a:pt x="228130" y="356059"/>
                  </a:lnTo>
                  <a:lnTo>
                    <a:pt x="198512" y="387408"/>
                  </a:lnTo>
                  <a:lnTo>
                    <a:pt x="173579" y="423558"/>
                  </a:lnTo>
                  <a:lnTo>
                    <a:pt x="154729" y="463780"/>
                  </a:lnTo>
                  <a:lnTo>
                    <a:pt x="143357" y="507345"/>
                  </a:lnTo>
                  <a:lnTo>
                    <a:pt x="140860" y="553526"/>
                  </a:lnTo>
                  <a:lnTo>
                    <a:pt x="148632" y="601593"/>
                  </a:lnTo>
                  <a:lnTo>
                    <a:pt x="167727" y="651091"/>
                  </a:lnTo>
                  <a:lnTo>
                    <a:pt x="192658" y="694922"/>
                  </a:lnTo>
                  <a:lnTo>
                    <a:pt x="222248" y="734151"/>
                  </a:lnTo>
                  <a:lnTo>
                    <a:pt x="255318" y="769847"/>
                  </a:lnTo>
                  <a:lnTo>
                    <a:pt x="290693" y="803074"/>
                  </a:lnTo>
                  <a:lnTo>
                    <a:pt x="363643" y="866388"/>
                  </a:lnTo>
                  <a:lnTo>
                    <a:pt x="325166" y="883583"/>
                  </a:lnTo>
                  <a:lnTo>
                    <a:pt x="257821" y="908489"/>
                  </a:lnTo>
                  <a:lnTo>
                    <a:pt x="219343" y="925683"/>
                  </a:lnTo>
                  <a:lnTo>
                    <a:pt x="171256" y="952360"/>
                  </a:lnTo>
                  <a:lnTo>
                    <a:pt x="108754" y="993261"/>
                  </a:lnTo>
                  <a:lnTo>
                    <a:pt x="60299" y="1054867"/>
                  </a:lnTo>
                  <a:lnTo>
                    <a:pt x="36762" y="1097261"/>
                  </a:lnTo>
                  <a:lnTo>
                    <a:pt x="17140" y="1144483"/>
                  </a:lnTo>
                  <a:lnTo>
                    <a:pt x="4022" y="1194357"/>
                  </a:lnTo>
                  <a:lnTo>
                    <a:pt x="0" y="1244708"/>
                  </a:lnTo>
                  <a:lnTo>
                    <a:pt x="7662" y="1293362"/>
                  </a:lnTo>
                  <a:lnTo>
                    <a:pt x="35393" y="1331084"/>
                  </a:lnTo>
                  <a:lnTo>
                    <a:pt x="71926" y="1369404"/>
                  </a:lnTo>
                  <a:lnTo>
                    <a:pt x="112654" y="1402121"/>
                  </a:lnTo>
                  <a:lnTo>
                    <a:pt x="152967" y="1423037"/>
                  </a:lnTo>
                  <a:lnTo>
                    <a:pt x="228336" y="1427314"/>
                  </a:lnTo>
                  <a:lnTo>
                    <a:pt x="266610" y="1429523"/>
                  </a:lnTo>
                  <a:lnTo>
                    <a:pt x="305859" y="1430729"/>
                  </a:lnTo>
                  <a:lnTo>
                    <a:pt x="348864" y="1429087"/>
                  </a:lnTo>
                  <a:lnTo>
                    <a:pt x="398408" y="1422751"/>
                  </a:lnTo>
                  <a:lnTo>
                    <a:pt x="457271" y="1409875"/>
                  </a:lnTo>
                  <a:lnTo>
                    <a:pt x="528235" y="1388612"/>
                  </a:lnTo>
                  <a:lnTo>
                    <a:pt x="493291" y="1448678"/>
                  </a:lnTo>
                  <a:lnTo>
                    <a:pt x="467528" y="1498014"/>
                  </a:lnTo>
                  <a:lnTo>
                    <a:pt x="449538" y="1540352"/>
                  </a:lnTo>
                  <a:lnTo>
                    <a:pt x="437914" y="1579423"/>
                  </a:lnTo>
                  <a:lnTo>
                    <a:pt x="431245" y="1618962"/>
                  </a:lnTo>
                  <a:lnTo>
                    <a:pt x="428125" y="1662699"/>
                  </a:lnTo>
                  <a:lnTo>
                    <a:pt x="427143" y="1714367"/>
                  </a:lnTo>
                  <a:lnTo>
                    <a:pt x="441572" y="1747890"/>
                  </a:lnTo>
                  <a:lnTo>
                    <a:pt x="462105" y="1782783"/>
                  </a:lnTo>
                  <a:lnTo>
                    <a:pt x="488390" y="1816673"/>
                  </a:lnTo>
                  <a:lnTo>
                    <a:pt x="520079" y="1847185"/>
                  </a:lnTo>
                  <a:lnTo>
                    <a:pt x="556820" y="1871947"/>
                  </a:lnTo>
                  <a:lnTo>
                    <a:pt x="598264" y="1888583"/>
                  </a:lnTo>
                  <a:lnTo>
                    <a:pt x="644061" y="1894721"/>
                  </a:lnTo>
                  <a:lnTo>
                    <a:pt x="693859" y="1887986"/>
                  </a:lnTo>
                  <a:lnTo>
                    <a:pt x="747310" y="1866005"/>
                  </a:lnTo>
                  <a:lnTo>
                    <a:pt x="802664" y="1831800"/>
                  </a:lnTo>
                  <a:lnTo>
                    <a:pt x="860698" y="1770332"/>
                  </a:lnTo>
                  <a:lnTo>
                    <a:pt x="897829" y="1712706"/>
                  </a:lnTo>
                  <a:lnTo>
                    <a:pt x="944160" y="1628261"/>
                  </a:lnTo>
                  <a:lnTo>
                    <a:pt x="972136" y="1665701"/>
                  </a:lnTo>
                  <a:lnTo>
                    <a:pt x="991263" y="1697380"/>
                  </a:lnTo>
                  <a:lnTo>
                    <a:pt x="1004801" y="1725148"/>
                  </a:lnTo>
                  <a:lnTo>
                    <a:pt x="1016009" y="1750857"/>
                  </a:lnTo>
                  <a:lnTo>
                    <a:pt x="1028146" y="1776355"/>
                  </a:lnTo>
                  <a:lnTo>
                    <a:pt x="1068245" y="1834122"/>
                  </a:lnTo>
                  <a:lnTo>
                    <a:pt x="1102725" y="1870090"/>
                  </a:lnTo>
                  <a:lnTo>
                    <a:pt x="1151170" y="1913249"/>
                  </a:lnTo>
                  <a:lnTo>
                    <a:pt x="1222403" y="1941477"/>
                  </a:lnTo>
                  <a:lnTo>
                    <a:pt x="1264782" y="1949342"/>
                  </a:lnTo>
                  <a:lnTo>
                    <a:pt x="1309170" y="1952589"/>
                  </a:lnTo>
                  <a:lnTo>
                    <a:pt x="1353694" y="1950881"/>
                  </a:lnTo>
                  <a:lnTo>
                    <a:pt x="1396478" y="1943879"/>
                  </a:lnTo>
                  <a:lnTo>
                    <a:pt x="1435649" y="1931245"/>
                  </a:lnTo>
                  <a:lnTo>
                    <a:pt x="1469332" y="1912640"/>
                  </a:lnTo>
                  <a:lnTo>
                    <a:pt x="1512736" y="1856165"/>
                  </a:lnTo>
                  <a:lnTo>
                    <a:pt x="1518708" y="1817618"/>
                  </a:lnTo>
                  <a:lnTo>
                    <a:pt x="1517766" y="1771300"/>
                  </a:lnTo>
                  <a:lnTo>
                    <a:pt x="1512857" y="1723605"/>
                  </a:lnTo>
                  <a:lnTo>
                    <a:pt x="1504432" y="1675264"/>
                  </a:lnTo>
                  <a:lnTo>
                    <a:pt x="1492943" y="1627007"/>
                  </a:lnTo>
                  <a:lnTo>
                    <a:pt x="1478841" y="1579567"/>
                  </a:lnTo>
                  <a:lnTo>
                    <a:pt x="1462576" y="1533672"/>
                  </a:lnTo>
                  <a:lnTo>
                    <a:pt x="1444600" y="1490055"/>
                  </a:lnTo>
                  <a:lnTo>
                    <a:pt x="1425363" y="1449445"/>
                  </a:lnTo>
                  <a:lnTo>
                    <a:pt x="1484788" y="1458833"/>
                  </a:lnTo>
                  <a:lnTo>
                    <a:pt x="1576874" y="1478878"/>
                  </a:lnTo>
                  <a:lnTo>
                    <a:pt x="1619175" y="1484582"/>
                  </a:lnTo>
                  <a:lnTo>
                    <a:pt x="1665405" y="1484106"/>
                  </a:lnTo>
                  <a:lnTo>
                    <a:pt x="1720384" y="1474972"/>
                  </a:lnTo>
                  <a:lnTo>
                    <a:pt x="1782305" y="1430270"/>
                  </a:lnTo>
                  <a:lnTo>
                    <a:pt x="1810101" y="1390772"/>
                  </a:lnTo>
                  <a:lnTo>
                    <a:pt x="1833414" y="1344623"/>
                  </a:lnTo>
                  <a:lnTo>
                    <a:pt x="1850465" y="1295408"/>
                  </a:lnTo>
                  <a:lnTo>
                    <a:pt x="1859473" y="1246712"/>
                  </a:lnTo>
                  <a:lnTo>
                    <a:pt x="1858659" y="1202121"/>
                  </a:lnTo>
                  <a:lnTo>
                    <a:pt x="1846241" y="1165219"/>
                  </a:lnTo>
                  <a:lnTo>
                    <a:pt x="1817651" y="1121613"/>
                  </a:lnTo>
                  <a:lnTo>
                    <a:pt x="1789325" y="1086921"/>
                  </a:lnTo>
                  <a:lnTo>
                    <a:pt x="1758604" y="1058054"/>
                  </a:lnTo>
                  <a:lnTo>
                    <a:pt x="1722829" y="1031922"/>
                  </a:lnTo>
                  <a:lnTo>
                    <a:pt x="1679340" y="1005435"/>
                  </a:lnTo>
                  <a:lnTo>
                    <a:pt x="1625479" y="975501"/>
                  </a:lnTo>
                  <a:lnTo>
                    <a:pt x="1558586" y="939032"/>
                  </a:lnTo>
                  <a:lnTo>
                    <a:pt x="1598289" y="916370"/>
                  </a:lnTo>
                  <a:lnTo>
                    <a:pt x="1637433" y="900521"/>
                  </a:lnTo>
                  <a:lnTo>
                    <a:pt x="1675602" y="887724"/>
                  </a:lnTo>
                  <a:lnTo>
                    <a:pt x="1712379" y="874219"/>
                  </a:lnTo>
                  <a:lnTo>
                    <a:pt x="1747344" y="856244"/>
                  </a:lnTo>
                  <a:lnTo>
                    <a:pt x="1780082" y="830038"/>
                  </a:lnTo>
                  <a:lnTo>
                    <a:pt x="1810173" y="791839"/>
                  </a:lnTo>
                  <a:lnTo>
                    <a:pt x="1832662" y="756457"/>
                  </a:lnTo>
                  <a:lnTo>
                    <a:pt x="1853171" y="711660"/>
                  </a:lnTo>
                  <a:lnTo>
                    <a:pt x="1869519" y="660971"/>
                  </a:lnTo>
                  <a:lnTo>
                    <a:pt x="1879525" y="607914"/>
                  </a:lnTo>
                  <a:lnTo>
                    <a:pt x="1881006" y="556012"/>
                  </a:lnTo>
                  <a:lnTo>
                    <a:pt x="1871782" y="508789"/>
                  </a:lnTo>
                  <a:lnTo>
                    <a:pt x="1849670" y="469767"/>
                  </a:lnTo>
                  <a:lnTo>
                    <a:pt x="1812578" y="432778"/>
                  </a:lnTo>
                  <a:lnTo>
                    <a:pt x="1770399" y="400839"/>
                  </a:lnTo>
                  <a:lnTo>
                    <a:pt x="1724480" y="374581"/>
                  </a:lnTo>
                  <a:lnTo>
                    <a:pt x="1676170" y="354630"/>
                  </a:lnTo>
                  <a:lnTo>
                    <a:pt x="1626815" y="341615"/>
                  </a:lnTo>
                  <a:lnTo>
                    <a:pt x="1577763" y="336163"/>
                  </a:lnTo>
                  <a:lnTo>
                    <a:pt x="1517306" y="347785"/>
                  </a:lnTo>
                  <a:lnTo>
                    <a:pt x="1458040" y="363224"/>
                  </a:lnTo>
                  <a:lnTo>
                    <a:pt x="1403107" y="380582"/>
                  </a:lnTo>
                  <a:lnTo>
                    <a:pt x="1355645" y="397961"/>
                  </a:lnTo>
                  <a:lnTo>
                    <a:pt x="1318795" y="413463"/>
                  </a:lnTo>
                  <a:lnTo>
                    <a:pt x="1295696" y="425190"/>
                  </a:lnTo>
                  <a:lnTo>
                    <a:pt x="1279706" y="369835"/>
                  </a:lnTo>
                  <a:lnTo>
                    <a:pt x="1266647" y="322014"/>
                  </a:lnTo>
                  <a:lnTo>
                    <a:pt x="1253113" y="278045"/>
                  </a:lnTo>
                  <a:lnTo>
                    <a:pt x="1235696" y="234247"/>
                  </a:lnTo>
                  <a:lnTo>
                    <a:pt x="1210987" y="186938"/>
                  </a:lnTo>
                  <a:lnTo>
                    <a:pt x="1181322" y="143173"/>
                  </a:lnTo>
                  <a:lnTo>
                    <a:pt x="1149943" y="105673"/>
                  </a:lnTo>
                  <a:lnTo>
                    <a:pt x="1116404" y="73972"/>
                  </a:lnTo>
                  <a:lnTo>
                    <a:pt x="1080262" y="47605"/>
                  </a:lnTo>
                  <a:lnTo>
                    <a:pt x="1041072" y="26107"/>
                  </a:lnTo>
                  <a:lnTo>
                    <a:pt x="998389" y="9011"/>
                  </a:lnTo>
                  <a:lnTo>
                    <a:pt x="972125" y="0"/>
                  </a:lnTo>
                  <a:close/>
                </a:path>
              </a:pathLst>
            </a:custGeom>
            <a:solidFill>
              <a:srgbClr val="E1B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762758" y="4641088"/>
              <a:ext cx="1847214" cy="2218055"/>
            </a:xfrm>
            <a:custGeom>
              <a:avLst/>
              <a:gdLst/>
              <a:ahLst/>
              <a:cxnLst/>
              <a:rect l="l" t="t" r="r" b="b"/>
              <a:pathLst>
                <a:path w="1847214" h="2218054">
                  <a:moveTo>
                    <a:pt x="870839" y="0"/>
                  </a:moveTo>
                  <a:lnTo>
                    <a:pt x="0" y="1786026"/>
                  </a:lnTo>
                  <a:lnTo>
                    <a:pt x="36536" y="1808111"/>
                  </a:lnTo>
                  <a:lnTo>
                    <a:pt x="74816" y="1829298"/>
                  </a:lnTo>
                  <a:lnTo>
                    <a:pt x="114830" y="1849775"/>
                  </a:lnTo>
                  <a:lnTo>
                    <a:pt x="156569" y="1869734"/>
                  </a:lnTo>
                  <a:lnTo>
                    <a:pt x="200025" y="1889361"/>
                  </a:lnTo>
                  <a:lnTo>
                    <a:pt x="245187" y="1908847"/>
                  </a:lnTo>
                  <a:lnTo>
                    <a:pt x="292047" y="1928381"/>
                  </a:lnTo>
                  <a:lnTo>
                    <a:pt x="340595" y="1948152"/>
                  </a:lnTo>
                  <a:lnTo>
                    <a:pt x="442722" y="1989162"/>
                  </a:lnTo>
                  <a:lnTo>
                    <a:pt x="478680" y="2002993"/>
                  </a:lnTo>
                  <a:lnTo>
                    <a:pt x="518278" y="2018939"/>
                  </a:lnTo>
                  <a:lnTo>
                    <a:pt x="561138" y="2036686"/>
                  </a:lnTo>
                  <a:lnTo>
                    <a:pt x="757615" y="2119456"/>
                  </a:lnTo>
                  <a:lnTo>
                    <a:pt x="811103" y="2141534"/>
                  </a:lnTo>
                  <a:lnTo>
                    <a:pt x="865581" y="2163542"/>
                  </a:lnTo>
                  <a:lnTo>
                    <a:pt x="920671" y="2185169"/>
                  </a:lnTo>
                  <a:lnTo>
                    <a:pt x="975994" y="2206102"/>
                  </a:lnTo>
                  <a:lnTo>
                    <a:pt x="1009522" y="2217791"/>
                  </a:lnTo>
                  <a:lnTo>
                    <a:pt x="1846707" y="495935"/>
                  </a:lnTo>
                  <a:lnTo>
                    <a:pt x="1825244" y="481584"/>
                  </a:lnTo>
                  <a:lnTo>
                    <a:pt x="1802366" y="469695"/>
                  </a:lnTo>
                  <a:lnTo>
                    <a:pt x="1779931" y="457563"/>
                  </a:lnTo>
                  <a:lnTo>
                    <a:pt x="1757513" y="445050"/>
                  </a:lnTo>
                  <a:lnTo>
                    <a:pt x="1659480" y="388478"/>
                  </a:lnTo>
                  <a:lnTo>
                    <a:pt x="1599479" y="354381"/>
                  </a:lnTo>
                  <a:lnTo>
                    <a:pt x="1565241" y="335403"/>
                  </a:lnTo>
                  <a:lnTo>
                    <a:pt x="1527608" y="314960"/>
                  </a:lnTo>
                  <a:lnTo>
                    <a:pt x="1486156" y="292914"/>
                  </a:lnTo>
                  <a:lnTo>
                    <a:pt x="1440457" y="269130"/>
                  </a:lnTo>
                  <a:lnTo>
                    <a:pt x="1390085" y="243473"/>
                  </a:lnTo>
                  <a:lnTo>
                    <a:pt x="1334614" y="215805"/>
                  </a:lnTo>
                  <a:lnTo>
                    <a:pt x="1273618" y="185993"/>
                  </a:lnTo>
                  <a:lnTo>
                    <a:pt x="1206671" y="153899"/>
                  </a:lnTo>
                  <a:lnTo>
                    <a:pt x="1133345" y="119389"/>
                  </a:lnTo>
                  <a:lnTo>
                    <a:pt x="1053216" y="82326"/>
                  </a:lnTo>
                  <a:lnTo>
                    <a:pt x="965855" y="42575"/>
                  </a:lnTo>
                  <a:lnTo>
                    <a:pt x="870839" y="0"/>
                  </a:lnTo>
                  <a:close/>
                </a:path>
              </a:pathLst>
            </a:custGeom>
            <a:solidFill>
              <a:srgbClr val="D08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301620" y="4332859"/>
              <a:ext cx="249554" cy="294005"/>
            </a:xfrm>
            <a:custGeom>
              <a:avLst/>
              <a:gdLst/>
              <a:ahLst/>
              <a:cxnLst/>
              <a:rect l="l" t="t" r="r" b="b"/>
              <a:pathLst>
                <a:path w="249555" h="294004">
                  <a:moveTo>
                    <a:pt x="110109" y="0"/>
                  </a:moveTo>
                  <a:lnTo>
                    <a:pt x="71457" y="11356"/>
                  </a:lnTo>
                  <a:lnTo>
                    <a:pt x="39310" y="35594"/>
                  </a:lnTo>
                  <a:lnTo>
                    <a:pt x="15477" y="70079"/>
                  </a:lnTo>
                  <a:lnTo>
                    <a:pt x="1770" y="112178"/>
                  </a:lnTo>
                  <a:lnTo>
                    <a:pt x="0" y="159258"/>
                  </a:lnTo>
                  <a:lnTo>
                    <a:pt x="10927" y="205080"/>
                  </a:lnTo>
                  <a:lnTo>
                    <a:pt x="32583" y="243685"/>
                  </a:lnTo>
                  <a:lnTo>
                    <a:pt x="62682" y="272853"/>
                  </a:lnTo>
                  <a:lnTo>
                    <a:pt x="98938" y="290366"/>
                  </a:lnTo>
                  <a:lnTo>
                    <a:pt x="139065" y="294005"/>
                  </a:lnTo>
                  <a:lnTo>
                    <a:pt x="177716" y="282648"/>
                  </a:lnTo>
                  <a:lnTo>
                    <a:pt x="209863" y="258410"/>
                  </a:lnTo>
                  <a:lnTo>
                    <a:pt x="233696" y="223925"/>
                  </a:lnTo>
                  <a:lnTo>
                    <a:pt x="247403" y="181826"/>
                  </a:lnTo>
                  <a:lnTo>
                    <a:pt x="249174" y="134747"/>
                  </a:lnTo>
                  <a:lnTo>
                    <a:pt x="238246" y="88863"/>
                  </a:lnTo>
                  <a:lnTo>
                    <a:pt x="216590" y="50227"/>
                  </a:lnTo>
                  <a:lnTo>
                    <a:pt x="186491" y="21059"/>
                  </a:lnTo>
                  <a:lnTo>
                    <a:pt x="150235" y="3577"/>
                  </a:lnTo>
                  <a:lnTo>
                    <a:pt x="1101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3187" y="4404106"/>
              <a:ext cx="97202" cy="1797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15005" y="4315333"/>
              <a:ext cx="249554" cy="294005"/>
            </a:xfrm>
            <a:custGeom>
              <a:avLst/>
              <a:gdLst/>
              <a:ahLst/>
              <a:cxnLst/>
              <a:rect l="l" t="t" r="r" b="b"/>
              <a:pathLst>
                <a:path w="249555" h="294004">
                  <a:moveTo>
                    <a:pt x="110236" y="0"/>
                  </a:moveTo>
                  <a:lnTo>
                    <a:pt x="71571" y="11405"/>
                  </a:lnTo>
                  <a:lnTo>
                    <a:pt x="39392" y="35649"/>
                  </a:lnTo>
                  <a:lnTo>
                    <a:pt x="15522" y="70116"/>
                  </a:lnTo>
                  <a:lnTo>
                    <a:pt x="1784" y="112190"/>
                  </a:lnTo>
                  <a:lnTo>
                    <a:pt x="0" y="159258"/>
                  </a:lnTo>
                  <a:lnTo>
                    <a:pt x="10927" y="205141"/>
                  </a:lnTo>
                  <a:lnTo>
                    <a:pt x="32583" y="243777"/>
                  </a:lnTo>
                  <a:lnTo>
                    <a:pt x="62682" y="272945"/>
                  </a:lnTo>
                  <a:lnTo>
                    <a:pt x="98938" y="290427"/>
                  </a:lnTo>
                  <a:lnTo>
                    <a:pt x="139064" y="294005"/>
                  </a:lnTo>
                  <a:lnTo>
                    <a:pt x="177729" y="282660"/>
                  </a:lnTo>
                  <a:lnTo>
                    <a:pt x="209908" y="258447"/>
                  </a:lnTo>
                  <a:lnTo>
                    <a:pt x="233778" y="223980"/>
                  </a:lnTo>
                  <a:lnTo>
                    <a:pt x="247516" y="181875"/>
                  </a:lnTo>
                  <a:lnTo>
                    <a:pt x="249300" y="134747"/>
                  </a:lnTo>
                  <a:lnTo>
                    <a:pt x="238361" y="88924"/>
                  </a:lnTo>
                  <a:lnTo>
                    <a:pt x="216681" y="50319"/>
                  </a:lnTo>
                  <a:lnTo>
                    <a:pt x="186564" y="21151"/>
                  </a:lnTo>
                  <a:lnTo>
                    <a:pt x="150314" y="3638"/>
                  </a:lnTo>
                  <a:lnTo>
                    <a:pt x="110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6572" y="4386707"/>
              <a:ext cx="97202" cy="1795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9207" y="4669091"/>
              <a:ext cx="190500" cy="17805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6673" y="5751626"/>
              <a:ext cx="217297" cy="1530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5194" y="5876404"/>
              <a:ext cx="224281" cy="15140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6434" y="6070282"/>
              <a:ext cx="230250" cy="14247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167508" y="2575001"/>
            <a:ext cx="1517015" cy="695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400" spc="-10">
                <a:solidFill>
                  <a:srgbClr val="2C3430"/>
                </a:solidFill>
                <a:latin typeface="Microsoft Sans Serif"/>
                <a:cs typeface="Microsoft Sans Serif"/>
              </a:rPr>
              <a:t>Índice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6846" y="644779"/>
            <a:ext cx="4280535" cy="57511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"/>
              </a:spcBef>
              <a:buSzPct val="95000"/>
              <a:buAutoNum type="arabicPeriod"/>
              <a:tabLst>
                <a:tab pos="355600" algn="l"/>
              </a:tabLst>
            </a:pPr>
            <a:r>
              <a:rPr dirty="0" sz="2000" spc="-10">
                <a:solidFill>
                  <a:srgbClr val="2C3430"/>
                </a:solidFill>
                <a:latin typeface="Trebuchet MS"/>
                <a:cs typeface="Trebuchet MS"/>
              </a:rPr>
              <a:t>Introducción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4965" algn="l"/>
              </a:tabLst>
            </a:pPr>
            <a:r>
              <a:rPr dirty="0" sz="2000" spc="-10">
                <a:solidFill>
                  <a:srgbClr val="2C3430"/>
                </a:solidFill>
                <a:latin typeface="Trebuchet MS"/>
                <a:cs typeface="Trebuchet MS"/>
              </a:rPr>
              <a:t>Contexto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465"/>
              </a:spcBef>
              <a:buSzPct val="95000"/>
              <a:buAutoNum type="arabicPeriod"/>
              <a:tabLst>
                <a:tab pos="355600" algn="l"/>
              </a:tabLst>
            </a:pPr>
            <a:r>
              <a:rPr dirty="0" sz="2000" spc="-10">
                <a:solidFill>
                  <a:srgbClr val="2C3430"/>
                </a:solidFill>
                <a:latin typeface="Trebuchet MS"/>
                <a:cs typeface="Trebuchet MS"/>
              </a:rPr>
              <a:t>Problemática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5600" algn="l"/>
              </a:tabLst>
            </a:pPr>
            <a:r>
              <a:rPr dirty="0" sz="2000" spc="60">
                <a:solidFill>
                  <a:srgbClr val="2C3430"/>
                </a:solidFill>
                <a:latin typeface="Trebuchet MS"/>
                <a:cs typeface="Trebuchet MS"/>
              </a:rPr>
              <a:t>Solución</a:t>
            </a:r>
            <a:r>
              <a:rPr dirty="0" sz="2000" spc="-4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35">
                <a:solidFill>
                  <a:srgbClr val="2C3430"/>
                </a:solidFill>
                <a:latin typeface="Trebuchet MS"/>
                <a:cs typeface="Trebuchet MS"/>
              </a:rPr>
              <a:t>Propuesta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5600" algn="l"/>
              </a:tabLst>
            </a:pPr>
            <a:r>
              <a:rPr dirty="0" sz="2000">
                <a:solidFill>
                  <a:srgbClr val="2C3430"/>
                </a:solidFill>
                <a:latin typeface="Trebuchet MS"/>
                <a:cs typeface="Trebuchet MS"/>
              </a:rPr>
              <a:t>Metodología,</a:t>
            </a:r>
            <a:r>
              <a:rPr dirty="0" sz="2000" spc="21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C3430"/>
                </a:solidFill>
                <a:latin typeface="Trebuchet MS"/>
                <a:cs typeface="Trebuchet MS"/>
              </a:rPr>
              <a:t>Plan</a:t>
            </a:r>
            <a:r>
              <a:rPr dirty="0" sz="2000" spc="11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2000" spc="11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2C3430"/>
                </a:solidFill>
                <a:latin typeface="Trebuchet MS"/>
                <a:cs typeface="Trebuchet MS"/>
              </a:rPr>
              <a:t>Roles</a:t>
            </a:r>
            <a:endParaRPr sz="20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1465"/>
              </a:spcBef>
              <a:buSzPct val="95000"/>
              <a:buAutoNum type="arabicPeriod"/>
              <a:tabLst>
                <a:tab pos="355600" algn="l"/>
              </a:tabLst>
            </a:pPr>
            <a:r>
              <a:rPr dirty="0" sz="2000" spc="120">
                <a:solidFill>
                  <a:srgbClr val="2C3430"/>
                </a:solidFill>
                <a:latin typeface="Trebuchet MS"/>
                <a:cs typeface="Trebuchet MS"/>
              </a:rPr>
              <a:t>Mapa</a:t>
            </a:r>
            <a:r>
              <a:rPr dirty="0" sz="2000" spc="-75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2C3430"/>
                </a:solidFill>
                <a:latin typeface="Trebuchet MS"/>
                <a:cs typeface="Trebuchet MS"/>
              </a:rPr>
              <a:t>Tecnológico</a:t>
            </a:r>
            <a:r>
              <a:rPr dirty="0" sz="2000" spc="-3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2000" spc="-7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C3430"/>
                </a:solidFill>
                <a:latin typeface="Trebuchet MS"/>
                <a:cs typeface="Trebuchet MS"/>
              </a:rPr>
              <a:t>Arquitectura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4965" algn="l"/>
              </a:tabLst>
            </a:pPr>
            <a:r>
              <a:rPr dirty="0" sz="2000" spc="60">
                <a:solidFill>
                  <a:srgbClr val="2C3430"/>
                </a:solidFill>
                <a:latin typeface="Trebuchet MS"/>
                <a:cs typeface="Trebuchet MS"/>
              </a:rPr>
              <a:t>Competencias</a:t>
            </a:r>
            <a:r>
              <a:rPr dirty="0" sz="2000" spc="-5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2C3430"/>
                </a:solidFill>
                <a:latin typeface="Trebuchet MS"/>
                <a:cs typeface="Trebuchet MS"/>
              </a:rPr>
              <a:t>del</a:t>
            </a:r>
            <a:r>
              <a:rPr dirty="0" sz="2000" spc="-4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2C3430"/>
                </a:solidFill>
                <a:latin typeface="Trebuchet MS"/>
                <a:cs typeface="Trebuchet MS"/>
              </a:rPr>
              <a:t>Equipo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4965" algn="l"/>
              </a:tabLst>
            </a:pPr>
            <a:r>
              <a:rPr dirty="0" sz="2000" spc="80">
                <a:solidFill>
                  <a:srgbClr val="2C3430"/>
                </a:solidFill>
                <a:latin typeface="Trebuchet MS"/>
                <a:cs typeface="Trebuchet MS"/>
              </a:rPr>
              <a:t>Riesgos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465"/>
              </a:spcBef>
              <a:buSzPct val="95000"/>
              <a:buAutoNum type="arabicPeriod"/>
              <a:tabLst>
                <a:tab pos="354965" algn="l"/>
              </a:tabLst>
            </a:pPr>
            <a:r>
              <a:rPr dirty="0" sz="2000" spc="60">
                <a:solidFill>
                  <a:srgbClr val="2C3430"/>
                </a:solidFill>
                <a:latin typeface="Trebuchet MS"/>
                <a:cs typeface="Trebuchet MS"/>
              </a:rPr>
              <a:t>Seguridad</a:t>
            </a:r>
            <a:endParaRPr sz="2000">
              <a:latin typeface="Trebuchet MS"/>
              <a:cs typeface="Trebuchet MS"/>
            </a:endParaRPr>
          </a:p>
          <a:p>
            <a:pPr marL="356235" indent="-355600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6235" algn="l"/>
              </a:tabLst>
            </a:pPr>
            <a:r>
              <a:rPr dirty="0" sz="2000" spc="114">
                <a:solidFill>
                  <a:srgbClr val="2C3430"/>
                </a:solidFill>
                <a:latin typeface="Trebuchet MS"/>
                <a:cs typeface="Trebuchet MS"/>
              </a:rPr>
              <a:t>Modelo</a:t>
            </a:r>
            <a:r>
              <a:rPr dirty="0" sz="2000" spc="-9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100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2000" spc="-70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2C3430"/>
                </a:solidFill>
                <a:latin typeface="Trebuchet MS"/>
                <a:cs typeface="Trebuchet MS"/>
              </a:rPr>
              <a:t>Negocio</a:t>
            </a:r>
            <a:endParaRPr sz="2000">
              <a:latin typeface="Trebuchet MS"/>
              <a:cs typeface="Trebuchet MS"/>
            </a:endParaRPr>
          </a:p>
          <a:p>
            <a:pPr marL="355600" indent="-355600">
              <a:lnSpc>
                <a:spcPct val="100000"/>
              </a:lnSpc>
              <a:spcBef>
                <a:spcPts val="1490"/>
              </a:spcBef>
              <a:buSzPct val="95000"/>
              <a:buAutoNum type="arabicPeriod"/>
              <a:tabLst>
                <a:tab pos="355600" algn="l"/>
              </a:tabLst>
            </a:pPr>
            <a:r>
              <a:rPr dirty="0" sz="2000" spc="110">
                <a:solidFill>
                  <a:srgbClr val="2C3430"/>
                </a:solidFill>
                <a:latin typeface="Trebuchet MS"/>
                <a:cs typeface="Trebuchet MS"/>
              </a:rPr>
              <a:t>Mockup</a:t>
            </a:r>
            <a:endParaRPr sz="2000">
              <a:latin typeface="Trebuchet MS"/>
              <a:cs typeface="Trebuchet MS"/>
            </a:endParaRPr>
          </a:p>
          <a:p>
            <a:pPr marL="356235" indent="-355600">
              <a:lnSpc>
                <a:spcPct val="100000"/>
              </a:lnSpc>
              <a:spcBef>
                <a:spcPts val="1465"/>
              </a:spcBef>
              <a:buSzPct val="95000"/>
              <a:buAutoNum type="arabicPeriod"/>
              <a:tabLst>
                <a:tab pos="356235" algn="l"/>
              </a:tabLst>
            </a:pPr>
            <a:r>
              <a:rPr dirty="0" sz="2000" spc="55">
                <a:solidFill>
                  <a:srgbClr val="2C3430"/>
                </a:solidFill>
                <a:latin typeface="Trebuchet MS"/>
                <a:cs typeface="Trebuchet MS"/>
              </a:rPr>
              <a:t>Conclusiones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589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934577" y="4106656"/>
            <a:ext cx="2870200" cy="2751455"/>
            <a:chOff x="8934577" y="4106656"/>
            <a:chExt cx="2870200" cy="2751455"/>
          </a:xfrm>
        </p:grpSpPr>
        <p:sp>
          <p:nvSpPr>
            <p:cNvPr id="4" name="object 4"/>
            <p:cNvSpPr/>
            <p:nvPr/>
          </p:nvSpPr>
          <p:spPr>
            <a:xfrm>
              <a:off x="8934577" y="5718695"/>
              <a:ext cx="2390140" cy="1139825"/>
            </a:xfrm>
            <a:custGeom>
              <a:avLst/>
              <a:gdLst/>
              <a:ahLst/>
              <a:cxnLst/>
              <a:rect l="l" t="t" r="r" b="b"/>
              <a:pathLst>
                <a:path w="2390140" h="1139825">
                  <a:moveTo>
                    <a:pt x="1139571" y="0"/>
                  </a:moveTo>
                  <a:lnTo>
                    <a:pt x="1092542" y="546"/>
                  </a:lnTo>
                  <a:lnTo>
                    <a:pt x="1044987" y="2669"/>
                  </a:lnTo>
                  <a:lnTo>
                    <a:pt x="996939" y="6437"/>
                  </a:lnTo>
                  <a:lnTo>
                    <a:pt x="948431" y="11923"/>
                  </a:lnTo>
                  <a:lnTo>
                    <a:pt x="899496" y="19195"/>
                  </a:lnTo>
                  <a:lnTo>
                    <a:pt x="850168" y="28325"/>
                  </a:lnTo>
                  <a:lnTo>
                    <a:pt x="800480" y="39382"/>
                  </a:lnTo>
                  <a:lnTo>
                    <a:pt x="741062" y="55067"/>
                  </a:lnTo>
                  <a:lnTo>
                    <a:pt x="684379" y="74146"/>
                  </a:lnTo>
                  <a:lnTo>
                    <a:pt x="630379" y="96365"/>
                  </a:lnTo>
                  <a:lnTo>
                    <a:pt x="579009" y="121469"/>
                  </a:lnTo>
                  <a:lnTo>
                    <a:pt x="530214" y="149201"/>
                  </a:lnTo>
                  <a:lnTo>
                    <a:pt x="483941" y="179308"/>
                  </a:lnTo>
                  <a:lnTo>
                    <a:pt x="440137" y="211534"/>
                  </a:lnTo>
                  <a:lnTo>
                    <a:pt x="398748" y="245624"/>
                  </a:lnTo>
                  <a:lnTo>
                    <a:pt x="359720" y="281323"/>
                  </a:lnTo>
                  <a:lnTo>
                    <a:pt x="323000" y="318375"/>
                  </a:lnTo>
                  <a:lnTo>
                    <a:pt x="288535" y="356526"/>
                  </a:lnTo>
                  <a:lnTo>
                    <a:pt x="256270" y="395520"/>
                  </a:lnTo>
                  <a:lnTo>
                    <a:pt x="226153" y="435102"/>
                  </a:lnTo>
                  <a:lnTo>
                    <a:pt x="198130" y="475018"/>
                  </a:lnTo>
                  <a:lnTo>
                    <a:pt x="172147" y="515011"/>
                  </a:lnTo>
                  <a:lnTo>
                    <a:pt x="148150" y="554827"/>
                  </a:lnTo>
                  <a:lnTo>
                    <a:pt x="126087" y="594211"/>
                  </a:lnTo>
                  <a:lnTo>
                    <a:pt x="105903" y="632907"/>
                  </a:lnTo>
                  <a:lnTo>
                    <a:pt x="87546" y="670660"/>
                  </a:lnTo>
                  <a:lnTo>
                    <a:pt x="70961" y="707216"/>
                  </a:lnTo>
                  <a:lnTo>
                    <a:pt x="56095" y="742319"/>
                  </a:lnTo>
                  <a:lnTo>
                    <a:pt x="31306" y="807146"/>
                  </a:lnTo>
                  <a:lnTo>
                    <a:pt x="12750" y="863099"/>
                  </a:lnTo>
                  <a:lnTo>
                    <a:pt x="0" y="908138"/>
                  </a:lnTo>
                  <a:lnTo>
                    <a:pt x="548767" y="1001877"/>
                  </a:lnTo>
                  <a:lnTo>
                    <a:pt x="552362" y="957911"/>
                  </a:lnTo>
                  <a:lnTo>
                    <a:pt x="561424" y="912961"/>
                  </a:lnTo>
                  <a:lnTo>
                    <a:pt x="575319" y="867557"/>
                  </a:lnTo>
                  <a:lnTo>
                    <a:pt x="593417" y="822227"/>
                  </a:lnTo>
                  <a:lnTo>
                    <a:pt x="615088" y="777503"/>
                  </a:lnTo>
                  <a:lnTo>
                    <a:pt x="639700" y="733912"/>
                  </a:lnTo>
                  <a:lnTo>
                    <a:pt x="666623" y="691984"/>
                  </a:lnTo>
                  <a:lnTo>
                    <a:pt x="700276" y="662375"/>
                  </a:lnTo>
                  <a:lnTo>
                    <a:pt x="739672" y="636677"/>
                  </a:lnTo>
                  <a:lnTo>
                    <a:pt x="783415" y="613838"/>
                  </a:lnTo>
                  <a:lnTo>
                    <a:pt x="830111" y="592803"/>
                  </a:lnTo>
                  <a:lnTo>
                    <a:pt x="926780" y="551936"/>
                  </a:lnTo>
                  <a:lnTo>
                    <a:pt x="973963" y="529996"/>
                  </a:lnTo>
                  <a:lnTo>
                    <a:pt x="1020987" y="524010"/>
                  </a:lnTo>
                  <a:lnTo>
                    <a:pt x="1070355" y="520159"/>
                  </a:lnTo>
                  <a:lnTo>
                    <a:pt x="1121479" y="518542"/>
                  </a:lnTo>
                  <a:lnTo>
                    <a:pt x="1173771" y="519260"/>
                  </a:lnTo>
                  <a:lnTo>
                    <a:pt x="1226644" y="522410"/>
                  </a:lnTo>
                  <a:lnTo>
                    <a:pt x="1279509" y="528094"/>
                  </a:lnTo>
                  <a:lnTo>
                    <a:pt x="1331778" y="536410"/>
                  </a:lnTo>
                  <a:lnTo>
                    <a:pt x="1382865" y="547459"/>
                  </a:lnTo>
                  <a:lnTo>
                    <a:pt x="1432180" y="561339"/>
                  </a:lnTo>
                  <a:lnTo>
                    <a:pt x="1479137" y="578151"/>
                  </a:lnTo>
                  <a:lnTo>
                    <a:pt x="1523148" y="597993"/>
                  </a:lnTo>
                  <a:lnTo>
                    <a:pt x="1563624" y="620966"/>
                  </a:lnTo>
                  <a:lnTo>
                    <a:pt x="1599434" y="645131"/>
                  </a:lnTo>
                  <a:lnTo>
                    <a:pt x="1635428" y="672177"/>
                  </a:lnTo>
                  <a:lnTo>
                    <a:pt x="1671098" y="701962"/>
                  </a:lnTo>
                  <a:lnTo>
                    <a:pt x="1705938" y="734348"/>
                  </a:lnTo>
                  <a:lnTo>
                    <a:pt x="1739441" y="769193"/>
                  </a:lnTo>
                  <a:lnTo>
                    <a:pt x="1771100" y="806357"/>
                  </a:lnTo>
                  <a:lnTo>
                    <a:pt x="1800409" y="845701"/>
                  </a:lnTo>
                  <a:lnTo>
                    <a:pt x="1826860" y="887083"/>
                  </a:lnTo>
                  <a:lnTo>
                    <a:pt x="1849947" y="930365"/>
                  </a:lnTo>
                  <a:lnTo>
                    <a:pt x="1869164" y="975404"/>
                  </a:lnTo>
                  <a:lnTo>
                    <a:pt x="1884003" y="1022063"/>
                  </a:lnTo>
                  <a:lnTo>
                    <a:pt x="1893958" y="1070199"/>
                  </a:lnTo>
                  <a:lnTo>
                    <a:pt x="1898523" y="1119673"/>
                  </a:lnTo>
                  <a:lnTo>
                    <a:pt x="1898650" y="1139303"/>
                  </a:lnTo>
                  <a:lnTo>
                    <a:pt x="2388489" y="1139302"/>
                  </a:lnTo>
                  <a:lnTo>
                    <a:pt x="2390140" y="1074146"/>
                  </a:lnTo>
                  <a:lnTo>
                    <a:pt x="2386455" y="1028101"/>
                  </a:lnTo>
                  <a:lnTo>
                    <a:pt x="2377709" y="978171"/>
                  </a:lnTo>
                  <a:lnTo>
                    <a:pt x="2362511" y="923596"/>
                  </a:lnTo>
                  <a:lnTo>
                    <a:pt x="2339467" y="863612"/>
                  </a:lnTo>
                  <a:lnTo>
                    <a:pt x="2324667" y="828508"/>
                  </a:lnTo>
                  <a:lnTo>
                    <a:pt x="2276127" y="707991"/>
                  </a:lnTo>
                  <a:lnTo>
                    <a:pt x="2257688" y="664108"/>
                  </a:lnTo>
                  <a:lnTo>
                    <a:pt x="2237680" y="619047"/>
                  </a:lnTo>
                  <a:lnTo>
                    <a:pt x="2215838" y="573217"/>
                  </a:lnTo>
                  <a:lnTo>
                    <a:pt x="2191901" y="527023"/>
                  </a:lnTo>
                  <a:lnTo>
                    <a:pt x="2165602" y="480873"/>
                  </a:lnTo>
                  <a:lnTo>
                    <a:pt x="2136680" y="435173"/>
                  </a:lnTo>
                  <a:lnTo>
                    <a:pt x="2104871" y="390332"/>
                  </a:lnTo>
                  <a:lnTo>
                    <a:pt x="2069910" y="346756"/>
                  </a:lnTo>
                  <a:lnTo>
                    <a:pt x="2031533" y="304851"/>
                  </a:lnTo>
                  <a:lnTo>
                    <a:pt x="1989478" y="265025"/>
                  </a:lnTo>
                  <a:lnTo>
                    <a:pt x="1943480" y="227685"/>
                  </a:lnTo>
                  <a:lnTo>
                    <a:pt x="1908943" y="207605"/>
                  </a:lnTo>
                  <a:lnTo>
                    <a:pt x="1872477" y="187698"/>
                  </a:lnTo>
                  <a:lnTo>
                    <a:pt x="1834149" y="168094"/>
                  </a:lnTo>
                  <a:lnTo>
                    <a:pt x="1794026" y="148929"/>
                  </a:lnTo>
                  <a:lnTo>
                    <a:pt x="1752175" y="130333"/>
                  </a:lnTo>
                  <a:lnTo>
                    <a:pt x="1708663" y="112440"/>
                  </a:lnTo>
                  <a:lnTo>
                    <a:pt x="1663557" y="95384"/>
                  </a:lnTo>
                  <a:lnTo>
                    <a:pt x="1616924" y="79295"/>
                  </a:lnTo>
                  <a:lnTo>
                    <a:pt x="1568831" y="64309"/>
                  </a:lnTo>
                  <a:lnTo>
                    <a:pt x="1519345" y="50556"/>
                  </a:lnTo>
                  <a:lnTo>
                    <a:pt x="1468533" y="38170"/>
                  </a:lnTo>
                  <a:lnTo>
                    <a:pt x="1416463" y="27284"/>
                  </a:lnTo>
                  <a:lnTo>
                    <a:pt x="1363200" y="18031"/>
                  </a:lnTo>
                  <a:lnTo>
                    <a:pt x="1308813" y="10543"/>
                  </a:lnTo>
                  <a:lnTo>
                    <a:pt x="1253367" y="4953"/>
                  </a:lnTo>
                  <a:lnTo>
                    <a:pt x="1196931" y="1395"/>
                  </a:lnTo>
                  <a:lnTo>
                    <a:pt x="1139571" y="0"/>
                  </a:lnTo>
                  <a:close/>
                </a:path>
              </a:pathLst>
            </a:custGeom>
            <a:solidFill>
              <a:srgbClr val="D08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0043138" y="4106656"/>
              <a:ext cx="1761489" cy="1784350"/>
            </a:xfrm>
            <a:custGeom>
              <a:avLst/>
              <a:gdLst/>
              <a:ahLst/>
              <a:cxnLst/>
              <a:rect l="l" t="t" r="r" b="b"/>
              <a:pathLst>
                <a:path w="1761490" h="1784350">
                  <a:moveTo>
                    <a:pt x="845180" y="0"/>
                  </a:moveTo>
                  <a:lnTo>
                    <a:pt x="793578" y="2216"/>
                  </a:lnTo>
                  <a:lnTo>
                    <a:pt x="741940" y="7762"/>
                  </a:lnTo>
                  <a:lnTo>
                    <a:pt x="690610" y="16403"/>
                  </a:lnTo>
                  <a:lnTo>
                    <a:pt x="639932" y="27906"/>
                  </a:lnTo>
                  <a:lnTo>
                    <a:pt x="590251" y="42036"/>
                  </a:lnTo>
                  <a:lnTo>
                    <a:pt x="541911" y="58562"/>
                  </a:lnTo>
                  <a:lnTo>
                    <a:pt x="495257" y="77248"/>
                  </a:lnTo>
                  <a:lnTo>
                    <a:pt x="450632" y="97861"/>
                  </a:lnTo>
                  <a:lnTo>
                    <a:pt x="408382" y="120167"/>
                  </a:lnTo>
                  <a:lnTo>
                    <a:pt x="368850" y="143933"/>
                  </a:lnTo>
                  <a:lnTo>
                    <a:pt x="332380" y="168925"/>
                  </a:lnTo>
                  <a:lnTo>
                    <a:pt x="297834" y="196253"/>
                  </a:lnTo>
                  <a:lnTo>
                    <a:pt x="264005" y="226933"/>
                  </a:lnTo>
                  <a:lnTo>
                    <a:pt x="231137" y="260666"/>
                  </a:lnTo>
                  <a:lnTo>
                    <a:pt x="199471" y="297155"/>
                  </a:lnTo>
                  <a:lnTo>
                    <a:pt x="169251" y="336099"/>
                  </a:lnTo>
                  <a:lnTo>
                    <a:pt x="140720" y="377201"/>
                  </a:lnTo>
                  <a:lnTo>
                    <a:pt x="114120" y="420161"/>
                  </a:lnTo>
                  <a:lnTo>
                    <a:pt x="89696" y="464681"/>
                  </a:lnTo>
                  <a:lnTo>
                    <a:pt x="67689" y="510462"/>
                  </a:lnTo>
                  <a:lnTo>
                    <a:pt x="48342" y="557206"/>
                  </a:lnTo>
                  <a:lnTo>
                    <a:pt x="31899" y="604614"/>
                  </a:lnTo>
                  <a:lnTo>
                    <a:pt x="18603" y="652386"/>
                  </a:lnTo>
                  <a:lnTo>
                    <a:pt x="8696" y="700225"/>
                  </a:lnTo>
                  <a:lnTo>
                    <a:pt x="2421" y="747832"/>
                  </a:lnTo>
                  <a:lnTo>
                    <a:pt x="21" y="794908"/>
                  </a:lnTo>
                  <a:lnTo>
                    <a:pt x="0" y="834462"/>
                  </a:lnTo>
                  <a:lnTo>
                    <a:pt x="737" y="875182"/>
                  </a:lnTo>
                  <a:lnTo>
                    <a:pt x="2486" y="916925"/>
                  </a:lnTo>
                  <a:lnTo>
                    <a:pt x="5498" y="959552"/>
                  </a:lnTo>
                  <a:lnTo>
                    <a:pt x="10024" y="1002921"/>
                  </a:lnTo>
                  <a:lnTo>
                    <a:pt x="16315" y="1046893"/>
                  </a:lnTo>
                  <a:lnTo>
                    <a:pt x="24623" y="1091326"/>
                  </a:lnTo>
                  <a:lnTo>
                    <a:pt x="35200" y="1136079"/>
                  </a:lnTo>
                  <a:lnTo>
                    <a:pt x="48297" y="1181013"/>
                  </a:lnTo>
                  <a:lnTo>
                    <a:pt x="64166" y="1225987"/>
                  </a:lnTo>
                  <a:lnTo>
                    <a:pt x="83058" y="1270859"/>
                  </a:lnTo>
                  <a:lnTo>
                    <a:pt x="105224" y="1315489"/>
                  </a:lnTo>
                  <a:lnTo>
                    <a:pt x="130917" y="1359737"/>
                  </a:lnTo>
                  <a:lnTo>
                    <a:pt x="160387" y="1403462"/>
                  </a:lnTo>
                  <a:lnTo>
                    <a:pt x="193887" y="1446524"/>
                  </a:lnTo>
                  <a:lnTo>
                    <a:pt x="231668" y="1488781"/>
                  </a:lnTo>
                  <a:lnTo>
                    <a:pt x="273980" y="1530093"/>
                  </a:lnTo>
                  <a:lnTo>
                    <a:pt x="321077" y="1570319"/>
                  </a:lnTo>
                  <a:lnTo>
                    <a:pt x="361008" y="1600200"/>
                  </a:lnTo>
                  <a:lnTo>
                    <a:pt x="403053" y="1627816"/>
                  </a:lnTo>
                  <a:lnTo>
                    <a:pt x="446979" y="1653170"/>
                  </a:lnTo>
                  <a:lnTo>
                    <a:pt x="492552" y="1676265"/>
                  </a:lnTo>
                  <a:lnTo>
                    <a:pt x="539540" y="1697105"/>
                  </a:lnTo>
                  <a:lnTo>
                    <a:pt x="587707" y="1715694"/>
                  </a:lnTo>
                  <a:lnTo>
                    <a:pt x="636821" y="1732034"/>
                  </a:lnTo>
                  <a:lnTo>
                    <a:pt x="686648" y="1746130"/>
                  </a:lnTo>
                  <a:lnTo>
                    <a:pt x="736955" y="1757984"/>
                  </a:lnTo>
                  <a:lnTo>
                    <a:pt x="787508" y="1767601"/>
                  </a:lnTo>
                  <a:lnTo>
                    <a:pt x="838073" y="1774983"/>
                  </a:lnTo>
                  <a:lnTo>
                    <a:pt x="888418" y="1780134"/>
                  </a:lnTo>
                  <a:lnTo>
                    <a:pt x="938308" y="1783057"/>
                  </a:lnTo>
                  <a:lnTo>
                    <a:pt x="987509" y="1783757"/>
                  </a:lnTo>
                  <a:lnTo>
                    <a:pt x="1035789" y="1782236"/>
                  </a:lnTo>
                  <a:lnTo>
                    <a:pt x="1082914" y="1778497"/>
                  </a:lnTo>
                  <a:lnTo>
                    <a:pt x="1128650" y="1772545"/>
                  </a:lnTo>
                  <a:lnTo>
                    <a:pt x="1172764" y="1764383"/>
                  </a:lnTo>
                  <a:lnTo>
                    <a:pt x="1215022" y="1754014"/>
                  </a:lnTo>
                  <a:lnTo>
                    <a:pt x="1255191" y="1741441"/>
                  </a:lnTo>
                  <a:lnTo>
                    <a:pt x="1293037" y="1726668"/>
                  </a:lnTo>
                  <a:lnTo>
                    <a:pt x="1328327" y="1709699"/>
                  </a:lnTo>
                  <a:lnTo>
                    <a:pt x="1389260" y="1670893"/>
                  </a:lnTo>
                  <a:lnTo>
                    <a:pt x="1445153" y="1625616"/>
                  </a:lnTo>
                  <a:lnTo>
                    <a:pt x="1499062" y="1572468"/>
                  </a:lnTo>
                  <a:lnTo>
                    <a:pt x="1525016" y="1542985"/>
                  </a:lnTo>
                  <a:lnTo>
                    <a:pt x="1550166" y="1511587"/>
                  </a:lnTo>
                  <a:lnTo>
                    <a:pt x="1574410" y="1478290"/>
                  </a:lnTo>
                  <a:lnTo>
                    <a:pt x="1597644" y="1443111"/>
                  </a:lnTo>
                  <a:lnTo>
                    <a:pt x="1619766" y="1406068"/>
                  </a:lnTo>
                  <a:lnTo>
                    <a:pt x="1640673" y="1367178"/>
                  </a:lnTo>
                  <a:lnTo>
                    <a:pt x="1660263" y="1326458"/>
                  </a:lnTo>
                  <a:lnTo>
                    <a:pt x="1678432" y="1283926"/>
                  </a:lnTo>
                  <a:lnTo>
                    <a:pt x="1695079" y="1239599"/>
                  </a:lnTo>
                  <a:lnTo>
                    <a:pt x="1710099" y="1193493"/>
                  </a:lnTo>
                  <a:lnTo>
                    <a:pt x="1723392" y="1145627"/>
                  </a:lnTo>
                  <a:lnTo>
                    <a:pt x="1734853" y="1096017"/>
                  </a:lnTo>
                  <a:lnTo>
                    <a:pt x="1744381" y="1044681"/>
                  </a:lnTo>
                  <a:lnTo>
                    <a:pt x="1751872" y="991636"/>
                  </a:lnTo>
                  <a:lnTo>
                    <a:pt x="1757225" y="936900"/>
                  </a:lnTo>
                  <a:lnTo>
                    <a:pt x="1760335" y="880488"/>
                  </a:lnTo>
                  <a:lnTo>
                    <a:pt x="1761101" y="822420"/>
                  </a:lnTo>
                  <a:lnTo>
                    <a:pt x="1759419" y="762712"/>
                  </a:lnTo>
                  <a:lnTo>
                    <a:pt x="1755187" y="701380"/>
                  </a:lnTo>
                  <a:lnTo>
                    <a:pt x="1748303" y="638444"/>
                  </a:lnTo>
                  <a:lnTo>
                    <a:pt x="1734039" y="580155"/>
                  </a:lnTo>
                  <a:lnTo>
                    <a:pt x="1716038" y="525963"/>
                  </a:lnTo>
                  <a:lnTo>
                    <a:pt x="1694586" y="475681"/>
                  </a:lnTo>
                  <a:lnTo>
                    <a:pt x="1669969" y="429126"/>
                  </a:lnTo>
                  <a:lnTo>
                    <a:pt x="1642474" y="386113"/>
                  </a:lnTo>
                  <a:lnTo>
                    <a:pt x="1612386" y="346457"/>
                  </a:lnTo>
                  <a:lnTo>
                    <a:pt x="1579990" y="309975"/>
                  </a:lnTo>
                  <a:lnTo>
                    <a:pt x="1545574" y="276481"/>
                  </a:lnTo>
                  <a:lnTo>
                    <a:pt x="1509423" y="245792"/>
                  </a:lnTo>
                  <a:lnTo>
                    <a:pt x="1471822" y="217722"/>
                  </a:lnTo>
                  <a:lnTo>
                    <a:pt x="1433058" y="192087"/>
                  </a:lnTo>
                  <a:lnTo>
                    <a:pt x="1393417" y="168704"/>
                  </a:lnTo>
                  <a:lnTo>
                    <a:pt x="1353184" y="147386"/>
                  </a:lnTo>
                  <a:lnTo>
                    <a:pt x="1312646" y="127951"/>
                  </a:lnTo>
                  <a:lnTo>
                    <a:pt x="1272088" y="110213"/>
                  </a:lnTo>
                  <a:lnTo>
                    <a:pt x="1231797" y="93987"/>
                  </a:lnTo>
                  <a:lnTo>
                    <a:pt x="1192058" y="79090"/>
                  </a:lnTo>
                  <a:lnTo>
                    <a:pt x="1153157" y="65338"/>
                  </a:lnTo>
                  <a:lnTo>
                    <a:pt x="1115380" y="52544"/>
                  </a:lnTo>
                  <a:lnTo>
                    <a:pt x="1044342" y="29098"/>
                  </a:lnTo>
                  <a:lnTo>
                    <a:pt x="996327" y="15661"/>
                  </a:lnTo>
                  <a:lnTo>
                    <a:pt x="946899" y="6488"/>
                  </a:lnTo>
                  <a:lnTo>
                    <a:pt x="896402" y="1346"/>
                  </a:lnTo>
                  <a:lnTo>
                    <a:pt x="845180" y="0"/>
                  </a:lnTo>
                  <a:close/>
                </a:path>
              </a:pathLst>
            </a:custGeom>
            <a:solidFill>
              <a:srgbClr val="E3C17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07026" y="4930838"/>
              <a:ext cx="211581" cy="11417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25848" y="4899215"/>
              <a:ext cx="211582" cy="11417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611485" y="5031866"/>
              <a:ext cx="685800" cy="220345"/>
            </a:xfrm>
            <a:custGeom>
              <a:avLst/>
              <a:gdLst/>
              <a:ahLst/>
              <a:cxnLst/>
              <a:rect l="l" t="t" r="r" b="b"/>
              <a:pathLst>
                <a:path w="685800" h="220345">
                  <a:moveTo>
                    <a:pt x="0" y="0"/>
                  </a:moveTo>
                  <a:lnTo>
                    <a:pt x="6623" y="42130"/>
                  </a:lnTo>
                  <a:lnTo>
                    <a:pt x="24958" y="79140"/>
                  </a:lnTo>
                  <a:lnTo>
                    <a:pt x="52932" y="111256"/>
                  </a:lnTo>
                  <a:lnTo>
                    <a:pt x="88473" y="138706"/>
                  </a:lnTo>
                  <a:lnTo>
                    <a:pt x="129508" y="161718"/>
                  </a:lnTo>
                  <a:lnTo>
                    <a:pt x="173964" y="180520"/>
                  </a:lnTo>
                  <a:lnTo>
                    <a:pt x="219769" y="195340"/>
                  </a:lnTo>
                  <a:lnTo>
                    <a:pt x="264850" y="206406"/>
                  </a:lnTo>
                  <a:lnTo>
                    <a:pt x="307135" y="213945"/>
                  </a:lnTo>
                  <a:lnTo>
                    <a:pt x="381822" y="219869"/>
                  </a:lnTo>
                  <a:lnTo>
                    <a:pt x="423724" y="219229"/>
                  </a:lnTo>
                  <a:lnTo>
                    <a:pt x="468259" y="215621"/>
                  </a:lnTo>
                  <a:lnTo>
                    <a:pt x="513426" y="208397"/>
                  </a:lnTo>
                  <a:lnTo>
                    <a:pt x="557228" y="196913"/>
                  </a:lnTo>
                  <a:lnTo>
                    <a:pt x="597666" y="180521"/>
                  </a:lnTo>
                  <a:lnTo>
                    <a:pt x="632740" y="158576"/>
                  </a:lnTo>
                  <a:lnTo>
                    <a:pt x="660453" y="130432"/>
                  </a:lnTo>
                  <a:lnTo>
                    <a:pt x="678806" y="95441"/>
                  </a:lnTo>
                  <a:lnTo>
                    <a:pt x="685800" y="52958"/>
                  </a:lnTo>
                </a:path>
              </a:pathLst>
            </a:custGeom>
            <a:ln w="53975">
              <a:solidFill>
                <a:srgbClr val="2C3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99821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105"/>
              </a:spcBef>
            </a:pPr>
            <a:r>
              <a:rPr dirty="0" sz="7200" spc="-10" b="0">
                <a:solidFill>
                  <a:srgbClr val="F7F5F0"/>
                </a:solidFill>
                <a:latin typeface="Microsoft Sans Serif"/>
                <a:cs typeface="Microsoft Sans Serif"/>
              </a:rPr>
              <a:t>Introducción</a:t>
            </a:r>
            <a:endParaRPr sz="7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212" y="2312035"/>
            <a:ext cx="9530080" cy="29698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681355">
              <a:lnSpc>
                <a:spcPct val="100000"/>
              </a:lnSpc>
              <a:spcBef>
                <a:spcPts val="110"/>
              </a:spcBef>
            </a:pPr>
            <a:r>
              <a:rPr dirty="0" sz="2100" spc="90">
                <a:solidFill>
                  <a:srgbClr val="F7F5F0"/>
                </a:solidFill>
                <a:latin typeface="Trebuchet MS"/>
                <a:cs typeface="Trebuchet MS"/>
              </a:rPr>
              <a:t>MuebleDesigner</a:t>
            </a:r>
            <a:r>
              <a:rPr dirty="0" sz="2100" spc="-12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25">
                <a:solidFill>
                  <a:srgbClr val="F7F5F0"/>
                </a:solidFill>
                <a:latin typeface="Trebuchet MS"/>
                <a:cs typeface="Trebuchet MS"/>
              </a:rPr>
              <a:t>es</a:t>
            </a:r>
            <a:r>
              <a:rPr dirty="0" sz="2100" spc="-6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65">
                <a:solidFill>
                  <a:srgbClr val="F7F5F0"/>
                </a:solidFill>
                <a:latin typeface="Trebuchet MS"/>
                <a:cs typeface="Trebuchet MS"/>
              </a:rPr>
              <a:t>una</a:t>
            </a:r>
            <a:r>
              <a:rPr dirty="0" sz="2100" spc="-2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aplicación</a:t>
            </a:r>
            <a:r>
              <a:rPr dirty="0" sz="2100" spc="-3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14">
                <a:solidFill>
                  <a:srgbClr val="F7F5F0"/>
                </a:solidFill>
                <a:latin typeface="Trebuchet MS"/>
                <a:cs typeface="Trebuchet MS"/>
              </a:rPr>
              <a:t>web</a:t>
            </a:r>
            <a:r>
              <a:rPr dirty="0" sz="2100" spc="-7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orientada</a:t>
            </a:r>
            <a:r>
              <a:rPr dirty="0" sz="2100" spc="-7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al</a:t>
            </a:r>
            <a:r>
              <a:rPr dirty="0" sz="2100" spc="-1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70">
                <a:solidFill>
                  <a:srgbClr val="F7F5F0"/>
                </a:solidFill>
                <a:latin typeface="Trebuchet MS"/>
                <a:cs typeface="Trebuchet MS"/>
              </a:rPr>
              <a:t>diseño</a:t>
            </a:r>
            <a:r>
              <a:rPr dirty="0" sz="2100" spc="-114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2100" spc="-4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90">
                <a:solidFill>
                  <a:srgbClr val="F7F5F0"/>
                </a:solidFill>
                <a:latin typeface="Trebuchet MS"/>
                <a:cs typeface="Trebuchet MS"/>
              </a:rPr>
              <a:t>muebles </a:t>
            </a:r>
            <a:r>
              <a:rPr dirty="0" sz="2100" spc="55">
                <a:solidFill>
                  <a:srgbClr val="F7F5F0"/>
                </a:solidFill>
                <a:latin typeface="Trebuchet MS"/>
                <a:cs typeface="Trebuchet MS"/>
              </a:rPr>
              <a:t>personalizados</a:t>
            </a:r>
            <a:r>
              <a:rPr dirty="0" sz="2100" spc="-8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mediante</a:t>
            </a:r>
            <a:r>
              <a:rPr dirty="0" sz="2100" spc="-9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65">
                <a:solidFill>
                  <a:srgbClr val="F7F5F0"/>
                </a:solidFill>
                <a:latin typeface="Trebuchet MS"/>
                <a:cs typeface="Trebuchet MS"/>
              </a:rPr>
              <a:t>una</a:t>
            </a:r>
            <a:r>
              <a:rPr dirty="0" sz="2100" spc="-1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30">
                <a:solidFill>
                  <a:srgbClr val="F7F5F0"/>
                </a:solidFill>
                <a:latin typeface="Trebuchet MS"/>
                <a:cs typeface="Trebuchet MS"/>
              </a:rPr>
              <a:t>interfaz</a:t>
            </a:r>
            <a:r>
              <a:rPr dirty="0" sz="2100" spc="-4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60">
                <a:solidFill>
                  <a:srgbClr val="F7F5F0"/>
                </a:solidFill>
                <a:latin typeface="Trebuchet MS"/>
                <a:cs typeface="Trebuchet MS"/>
              </a:rPr>
              <a:t>simple</a:t>
            </a:r>
            <a:r>
              <a:rPr dirty="0" sz="2100" spc="-8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80">
                <a:solidFill>
                  <a:srgbClr val="F7F5F0"/>
                </a:solidFill>
                <a:latin typeface="Trebuchet MS"/>
                <a:cs typeface="Trebuchet MS"/>
              </a:rPr>
              <a:t>e</a:t>
            </a:r>
            <a:r>
              <a:rPr dirty="0" sz="2100" spc="-3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7F5F0"/>
                </a:solidFill>
                <a:latin typeface="Trebuchet MS"/>
                <a:cs typeface="Trebuchet MS"/>
              </a:rPr>
              <a:t>intuitiva.</a:t>
            </a:r>
            <a:endParaRPr sz="2100">
              <a:latin typeface="Trebuchet MS"/>
              <a:cs typeface="Trebuchet MS"/>
            </a:endParaRPr>
          </a:p>
          <a:p>
            <a:pPr algn="just" marL="12700" marR="937260">
              <a:lnSpc>
                <a:spcPct val="100000"/>
              </a:lnSpc>
              <a:spcBef>
                <a:spcPts val="1010"/>
              </a:spcBef>
            </a:pP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Permite</a:t>
            </a:r>
            <a:r>
              <a:rPr dirty="0" sz="2100" spc="6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a</a:t>
            </a:r>
            <a:r>
              <a:rPr dirty="0" sz="2100" spc="12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fabricantes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independientes,</a:t>
            </a:r>
            <a:r>
              <a:rPr dirty="0" sz="2100" spc="2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estudiantes</a:t>
            </a:r>
            <a:r>
              <a:rPr dirty="0" sz="2100" spc="7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y</a:t>
            </a:r>
            <a:r>
              <a:rPr dirty="0" sz="2100" spc="12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aficionados</a:t>
            </a:r>
            <a:r>
              <a:rPr dirty="0" sz="2100" spc="10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7F5F0"/>
                </a:solidFill>
                <a:latin typeface="Trebuchet MS"/>
                <a:cs typeface="Trebuchet MS"/>
              </a:rPr>
              <a:t>crear </a:t>
            </a:r>
            <a:r>
              <a:rPr dirty="0" sz="2100" spc="80">
                <a:solidFill>
                  <a:srgbClr val="F7F5F0"/>
                </a:solidFill>
                <a:latin typeface="Trebuchet MS"/>
                <a:cs typeface="Trebuchet MS"/>
              </a:rPr>
              <a:t>diseños</a:t>
            </a:r>
            <a:r>
              <a:rPr dirty="0" sz="2100" spc="-2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utilizando</a:t>
            </a:r>
            <a:r>
              <a:rPr dirty="0" sz="2100" spc="1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piezas</a:t>
            </a:r>
            <a:r>
              <a:rPr dirty="0" sz="2100" spc="4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95">
                <a:solidFill>
                  <a:srgbClr val="F7F5F0"/>
                </a:solidFill>
                <a:latin typeface="Trebuchet MS"/>
                <a:cs typeface="Trebuchet MS"/>
              </a:rPr>
              <a:t>con</a:t>
            </a:r>
            <a:r>
              <a:rPr dirty="0" sz="2100" spc="4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70">
                <a:solidFill>
                  <a:srgbClr val="F7F5F0"/>
                </a:solidFill>
                <a:latin typeface="Trebuchet MS"/>
                <a:cs typeface="Trebuchet MS"/>
              </a:rPr>
              <a:t>dimensiones</a:t>
            </a:r>
            <a:r>
              <a:rPr dirty="0" sz="2100" spc="1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7F5F0"/>
                </a:solidFill>
                <a:latin typeface="Trebuchet MS"/>
                <a:cs typeface="Trebuchet MS"/>
              </a:rPr>
              <a:t>reales,</a:t>
            </a:r>
            <a:r>
              <a:rPr dirty="0" sz="2100" spc="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visualizando</a:t>
            </a:r>
            <a:r>
              <a:rPr dirty="0" sz="2100" spc="-7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10">
                <a:solidFill>
                  <a:srgbClr val="F7F5F0"/>
                </a:solidFill>
                <a:latin typeface="Trebuchet MS"/>
                <a:cs typeface="Trebuchet MS"/>
              </a:rPr>
              <a:t>desde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diferentes</a:t>
            </a:r>
            <a:r>
              <a:rPr dirty="0" sz="2100" spc="-114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50">
                <a:solidFill>
                  <a:srgbClr val="F7F5F0"/>
                </a:solidFill>
                <a:latin typeface="Trebuchet MS"/>
                <a:cs typeface="Trebuchet MS"/>
              </a:rPr>
              <a:t>perspectivas</a:t>
            </a:r>
            <a:r>
              <a:rPr dirty="0" sz="2100" spc="-8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antes</a:t>
            </a:r>
            <a:r>
              <a:rPr dirty="0" sz="2100" spc="-2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2100" spc="-6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40">
                <a:solidFill>
                  <a:srgbClr val="F7F5F0"/>
                </a:solidFill>
                <a:latin typeface="Trebuchet MS"/>
                <a:cs typeface="Trebuchet MS"/>
              </a:rPr>
              <a:t>iniciar</a:t>
            </a:r>
            <a:r>
              <a:rPr dirty="0" sz="2100" spc="-1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40">
                <a:solidFill>
                  <a:srgbClr val="F7F5F0"/>
                </a:solidFill>
                <a:latin typeface="Trebuchet MS"/>
                <a:cs typeface="Trebuchet MS"/>
              </a:rPr>
              <a:t>su</a:t>
            </a:r>
            <a:r>
              <a:rPr dirty="0" sz="2100" spc="-7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7F5F0"/>
                </a:solidFill>
                <a:latin typeface="Trebuchet MS"/>
                <a:cs typeface="Trebuchet MS"/>
              </a:rPr>
              <a:t>fabricación.</a:t>
            </a:r>
            <a:endParaRPr sz="2100">
              <a:latin typeface="Trebuchet MS"/>
              <a:cs typeface="Trebuchet MS"/>
            </a:endParaRPr>
          </a:p>
          <a:p>
            <a:pPr marL="140335">
              <a:lnSpc>
                <a:spcPct val="100000"/>
              </a:lnSpc>
              <a:spcBef>
                <a:spcPts val="985"/>
              </a:spcBef>
            </a:pPr>
            <a:r>
              <a:rPr dirty="0" sz="2100" spc="-10">
                <a:solidFill>
                  <a:srgbClr val="F7F5F0"/>
                </a:solidFill>
                <a:latin typeface="Trebuchet MS"/>
                <a:cs typeface="Trebuchet MS"/>
              </a:rPr>
              <a:t>Objetivo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1010"/>
              </a:spcBef>
            </a:pPr>
            <a:r>
              <a:rPr dirty="0" sz="2100" spc="-30">
                <a:solidFill>
                  <a:srgbClr val="F7F5F0"/>
                </a:solidFill>
                <a:latin typeface="Trebuchet MS"/>
                <a:cs typeface="Trebuchet MS"/>
              </a:rPr>
              <a:t>Facilitar</a:t>
            </a:r>
            <a:r>
              <a:rPr dirty="0" sz="2100" spc="-5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la</a:t>
            </a:r>
            <a:r>
              <a:rPr dirty="0" sz="2100" spc="-5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creación</a:t>
            </a:r>
            <a:r>
              <a:rPr dirty="0" sz="2100" spc="-6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y</a:t>
            </a:r>
            <a:r>
              <a:rPr dirty="0" sz="2100" spc="-5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60">
                <a:solidFill>
                  <a:srgbClr val="F7F5F0"/>
                </a:solidFill>
                <a:latin typeface="Trebuchet MS"/>
                <a:cs typeface="Trebuchet MS"/>
              </a:rPr>
              <a:t>comunicación</a:t>
            </a:r>
            <a:r>
              <a:rPr dirty="0" sz="2100" spc="-6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2100" spc="-7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85">
                <a:solidFill>
                  <a:srgbClr val="F7F5F0"/>
                </a:solidFill>
                <a:latin typeface="Trebuchet MS"/>
                <a:cs typeface="Trebuchet MS"/>
              </a:rPr>
              <a:t>diseños</a:t>
            </a:r>
            <a:r>
              <a:rPr dirty="0" sz="2100" spc="-9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2100" spc="-7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00">
                <a:solidFill>
                  <a:srgbClr val="F7F5F0"/>
                </a:solidFill>
                <a:latin typeface="Trebuchet MS"/>
                <a:cs typeface="Trebuchet MS"/>
              </a:rPr>
              <a:t>muebles</a:t>
            </a:r>
            <a:r>
              <a:rPr dirty="0" sz="2100" spc="-10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sin</a:t>
            </a:r>
            <a:r>
              <a:rPr dirty="0" sz="2100" spc="-7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75">
                <a:solidFill>
                  <a:srgbClr val="F7F5F0"/>
                </a:solidFill>
                <a:latin typeface="Trebuchet MS"/>
                <a:cs typeface="Trebuchet MS"/>
              </a:rPr>
              <a:t>necesidad</a:t>
            </a:r>
            <a:r>
              <a:rPr dirty="0" sz="2100" spc="-10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75">
                <a:solidFill>
                  <a:srgbClr val="F7F5F0"/>
                </a:solidFill>
                <a:latin typeface="Trebuchet MS"/>
                <a:cs typeface="Trebuchet MS"/>
              </a:rPr>
              <a:t>de </a:t>
            </a:r>
            <a:r>
              <a:rPr dirty="0" sz="2100" spc="-60">
                <a:solidFill>
                  <a:srgbClr val="F7F5F0"/>
                </a:solidFill>
                <a:latin typeface="Trebuchet MS"/>
                <a:cs typeface="Trebuchet MS"/>
              </a:rPr>
              <a:t>utilizar</a:t>
            </a:r>
            <a:r>
              <a:rPr dirty="0" sz="2100" spc="35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>
                <a:solidFill>
                  <a:srgbClr val="F7F5F0"/>
                </a:solidFill>
                <a:latin typeface="Trebuchet MS"/>
                <a:cs typeface="Trebuchet MS"/>
              </a:rPr>
              <a:t>software</a:t>
            </a:r>
            <a:r>
              <a:rPr dirty="0" sz="2100" spc="-4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185">
                <a:solidFill>
                  <a:srgbClr val="F7F5F0"/>
                </a:solidFill>
                <a:latin typeface="Trebuchet MS"/>
                <a:cs typeface="Trebuchet MS"/>
              </a:rPr>
              <a:t>CAD</a:t>
            </a:r>
            <a:r>
              <a:rPr dirty="0" sz="2100" spc="10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-10">
                <a:solidFill>
                  <a:srgbClr val="F7F5F0"/>
                </a:solidFill>
                <a:latin typeface="Trebuchet MS"/>
                <a:cs typeface="Trebuchet MS"/>
              </a:rPr>
              <a:t>complejo.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ACC5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673725" y="2160143"/>
                </a:moveTo>
                <a:lnTo>
                  <a:pt x="4084904" y="0"/>
                </a:lnTo>
                <a:lnTo>
                  <a:pt x="3943502" y="0"/>
                </a:lnTo>
                <a:lnTo>
                  <a:pt x="0" y="2863608"/>
                </a:lnTo>
                <a:lnTo>
                  <a:pt x="0" y="4601870"/>
                </a:lnTo>
                <a:lnTo>
                  <a:pt x="75577" y="4712627"/>
                </a:lnTo>
                <a:lnTo>
                  <a:pt x="142621" y="4809490"/>
                </a:lnTo>
                <a:lnTo>
                  <a:pt x="176593" y="4858055"/>
                </a:lnTo>
                <a:lnTo>
                  <a:pt x="210820" y="4906645"/>
                </a:lnTo>
                <a:lnTo>
                  <a:pt x="245313" y="4955222"/>
                </a:lnTo>
                <a:lnTo>
                  <a:pt x="280047" y="5003736"/>
                </a:lnTo>
                <a:lnTo>
                  <a:pt x="315010" y="5052161"/>
                </a:lnTo>
                <a:lnTo>
                  <a:pt x="350189" y="5100434"/>
                </a:lnTo>
                <a:lnTo>
                  <a:pt x="385546" y="5148516"/>
                </a:lnTo>
                <a:lnTo>
                  <a:pt x="421093" y="5196370"/>
                </a:lnTo>
                <a:lnTo>
                  <a:pt x="456806" y="5243957"/>
                </a:lnTo>
                <a:lnTo>
                  <a:pt x="492658" y="5291213"/>
                </a:lnTo>
                <a:lnTo>
                  <a:pt x="528650" y="5338127"/>
                </a:lnTo>
                <a:lnTo>
                  <a:pt x="564756" y="5384635"/>
                </a:lnTo>
                <a:lnTo>
                  <a:pt x="600964" y="5430710"/>
                </a:lnTo>
                <a:lnTo>
                  <a:pt x="637247" y="5476278"/>
                </a:lnTo>
                <a:lnTo>
                  <a:pt x="673608" y="5521337"/>
                </a:lnTo>
                <a:lnTo>
                  <a:pt x="710031" y="5565813"/>
                </a:lnTo>
                <a:lnTo>
                  <a:pt x="746480" y="5609679"/>
                </a:lnTo>
                <a:lnTo>
                  <a:pt x="782955" y="5652884"/>
                </a:lnTo>
                <a:lnTo>
                  <a:pt x="819429" y="5695391"/>
                </a:lnTo>
                <a:lnTo>
                  <a:pt x="5673725" y="2160143"/>
                </a:lnTo>
                <a:close/>
              </a:path>
              <a:path w="12192000" h="6858000">
                <a:moveTo>
                  <a:pt x="7690739" y="5023612"/>
                </a:moveTo>
                <a:lnTo>
                  <a:pt x="7690104" y="4974818"/>
                </a:lnTo>
                <a:lnTo>
                  <a:pt x="7687513" y="4926241"/>
                </a:lnTo>
                <a:lnTo>
                  <a:pt x="7683030" y="4877930"/>
                </a:lnTo>
                <a:lnTo>
                  <a:pt x="7676705" y="4829899"/>
                </a:lnTo>
                <a:lnTo>
                  <a:pt x="7668590" y="4782172"/>
                </a:lnTo>
                <a:lnTo>
                  <a:pt x="7658735" y="4734750"/>
                </a:lnTo>
                <a:lnTo>
                  <a:pt x="7647203" y="4687671"/>
                </a:lnTo>
                <a:lnTo>
                  <a:pt x="7634033" y="4640948"/>
                </a:lnTo>
                <a:lnTo>
                  <a:pt x="7619301" y="4594606"/>
                </a:lnTo>
                <a:lnTo>
                  <a:pt x="7603033" y="4548657"/>
                </a:lnTo>
                <a:lnTo>
                  <a:pt x="7585303" y="4503140"/>
                </a:lnTo>
                <a:lnTo>
                  <a:pt x="7566165" y="4458055"/>
                </a:lnTo>
                <a:lnTo>
                  <a:pt x="7545654" y="4413415"/>
                </a:lnTo>
                <a:lnTo>
                  <a:pt x="7523848" y="4369270"/>
                </a:lnTo>
                <a:lnTo>
                  <a:pt x="7500785" y="4325620"/>
                </a:lnTo>
                <a:lnTo>
                  <a:pt x="7476528" y="4282491"/>
                </a:lnTo>
                <a:lnTo>
                  <a:pt x="7451128" y="4239895"/>
                </a:lnTo>
                <a:lnTo>
                  <a:pt x="7424636" y="4197858"/>
                </a:lnTo>
                <a:lnTo>
                  <a:pt x="7397102" y="4156405"/>
                </a:lnTo>
                <a:lnTo>
                  <a:pt x="7368591" y="4115549"/>
                </a:lnTo>
                <a:lnTo>
                  <a:pt x="7339139" y="4075315"/>
                </a:lnTo>
                <a:lnTo>
                  <a:pt x="7308824" y="4035729"/>
                </a:lnTo>
                <a:lnTo>
                  <a:pt x="7277684" y="3996791"/>
                </a:lnTo>
                <a:lnTo>
                  <a:pt x="7245769" y="3958539"/>
                </a:lnTo>
                <a:lnTo>
                  <a:pt x="7213155" y="3920985"/>
                </a:lnTo>
                <a:lnTo>
                  <a:pt x="7179869" y="3884155"/>
                </a:lnTo>
                <a:lnTo>
                  <a:pt x="7145985" y="3848062"/>
                </a:lnTo>
                <a:lnTo>
                  <a:pt x="7111543" y="3812730"/>
                </a:lnTo>
                <a:lnTo>
                  <a:pt x="7076592" y="3778173"/>
                </a:lnTo>
                <a:lnTo>
                  <a:pt x="7041210" y="3744430"/>
                </a:lnTo>
                <a:lnTo>
                  <a:pt x="7005434" y="3711498"/>
                </a:lnTo>
                <a:lnTo>
                  <a:pt x="6969328" y="3679406"/>
                </a:lnTo>
                <a:lnTo>
                  <a:pt x="6932930" y="3648189"/>
                </a:lnTo>
                <a:lnTo>
                  <a:pt x="6896303" y="3617836"/>
                </a:lnTo>
                <a:lnTo>
                  <a:pt x="6859511" y="3588397"/>
                </a:lnTo>
                <a:lnTo>
                  <a:pt x="6822580" y="3559873"/>
                </a:lnTo>
                <a:lnTo>
                  <a:pt x="6785597" y="3532301"/>
                </a:lnTo>
                <a:lnTo>
                  <a:pt x="6748589" y="3505682"/>
                </a:lnTo>
                <a:lnTo>
                  <a:pt x="6711620" y="3480041"/>
                </a:lnTo>
                <a:lnTo>
                  <a:pt x="6674752" y="3455416"/>
                </a:lnTo>
                <a:lnTo>
                  <a:pt x="6638023" y="3431794"/>
                </a:lnTo>
                <a:lnTo>
                  <a:pt x="6600761" y="3409010"/>
                </a:lnTo>
                <a:lnTo>
                  <a:pt x="6562242" y="3386810"/>
                </a:lnTo>
                <a:lnTo>
                  <a:pt x="6522529" y="3365208"/>
                </a:lnTo>
                <a:lnTo>
                  <a:pt x="6481686" y="3344227"/>
                </a:lnTo>
                <a:lnTo>
                  <a:pt x="6439763" y="3323882"/>
                </a:lnTo>
                <a:lnTo>
                  <a:pt x="6396812" y="3304171"/>
                </a:lnTo>
                <a:lnTo>
                  <a:pt x="6352883" y="3285134"/>
                </a:lnTo>
                <a:lnTo>
                  <a:pt x="6308052" y="3266770"/>
                </a:lnTo>
                <a:lnTo>
                  <a:pt x="6262370" y="3249091"/>
                </a:lnTo>
                <a:lnTo>
                  <a:pt x="6215888" y="3232112"/>
                </a:lnTo>
                <a:lnTo>
                  <a:pt x="6168656" y="3215843"/>
                </a:lnTo>
                <a:lnTo>
                  <a:pt x="6120752" y="3200323"/>
                </a:lnTo>
                <a:lnTo>
                  <a:pt x="6072213" y="3185528"/>
                </a:lnTo>
                <a:lnTo>
                  <a:pt x="6023089" y="3171507"/>
                </a:lnTo>
                <a:lnTo>
                  <a:pt x="5973470" y="3158248"/>
                </a:lnTo>
                <a:lnTo>
                  <a:pt x="5923381" y="3145777"/>
                </a:lnTo>
                <a:lnTo>
                  <a:pt x="5872899" y="3134106"/>
                </a:lnTo>
                <a:lnTo>
                  <a:pt x="5822061" y="3123247"/>
                </a:lnTo>
                <a:lnTo>
                  <a:pt x="5770931" y="3113214"/>
                </a:lnTo>
                <a:lnTo>
                  <a:pt x="5719584" y="3104032"/>
                </a:lnTo>
                <a:lnTo>
                  <a:pt x="5668048" y="3095701"/>
                </a:lnTo>
                <a:lnTo>
                  <a:pt x="5616397" y="3088246"/>
                </a:lnTo>
                <a:lnTo>
                  <a:pt x="5564683" y="3081667"/>
                </a:lnTo>
                <a:lnTo>
                  <a:pt x="5512955" y="3075990"/>
                </a:lnTo>
                <a:lnTo>
                  <a:pt x="5461279" y="3071215"/>
                </a:lnTo>
                <a:lnTo>
                  <a:pt x="5409717" y="3067380"/>
                </a:lnTo>
                <a:lnTo>
                  <a:pt x="5358320" y="3064484"/>
                </a:lnTo>
                <a:lnTo>
                  <a:pt x="5307127" y="3062541"/>
                </a:lnTo>
                <a:lnTo>
                  <a:pt x="5256225" y="3061563"/>
                </a:lnTo>
                <a:lnTo>
                  <a:pt x="5205654" y="3061563"/>
                </a:lnTo>
                <a:lnTo>
                  <a:pt x="5155463" y="3062567"/>
                </a:lnTo>
                <a:lnTo>
                  <a:pt x="5105717" y="3064573"/>
                </a:lnTo>
                <a:lnTo>
                  <a:pt x="5056479" y="3067608"/>
                </a:lnTo>
                <a:lnTo>
                  <a:pt x="5007800" y="3071685"/>
                </a:lnTo>
                <a:lnTo>
                  <a:pt x="4959743" y="3076803"/>
                </a:lnTo>
                <a:lnTo>
                  <a:pt x="4912347" y="3083001"/>
                </a:lnTo>
                <a:lnTo>
                  <a:pt x="4865687" y="3090265"/>
                </a:lnTo>
                <a:lnTo>
                  <a:pt x="4819802" y="3098635"/>
                </a:lnTo>
                <a:lnTo>
                  <a:pt x="4774768" y="3108109"/>
                </a:lnTo>
                <a:lnTo>
                  <a:pt x="4730623" y="3118701"/>
                </a:lnTo>
                <a:lnTo>
                  <a:pt x="4687443" y="3130423"/>
                </a:lnTo>
                <a:lnTo>
                  <a:pt x="4647552" y="3142056"/>
                </a:lnTo>
                <a:lnTo>
                  <a:pt x="4607445" y="3154045"/>
                </a:lnTo>
                <a:lnTo>
                  <a:pt x="4567161" y="3166427"/>
                </a:lnTo>
                <a:lnTo>
                  <a:pt x="4526724" y="3179241"/>
                </a:lnTo>
                <a:lnTo>
                  <a:pt x="4486160" y="3192500"/>
                </a:lnTo>
                <a:lnTo>
                  <a:pt x="4445520" y="3206267"/>
                </a:lnTo>
                <a:lnTo>
                  <a:pt x="4404804" y="3220567"/>
                </a:lnTo>
                <a:lnTo>
                  <a:pt x="4364075" y="3235426"/>
                </a:lnTo>
                <a:lnTo>
                  <a:pt x="4323334" y="3250895"/>
                </a:lnTo>
                <a:lnTo>
                  <a:pt x="4282630" y="3266986"/>
                </a:lnTo>
                <a:lnTo>
                  <a:pt x="4241990" y="3283762"/>
                </a:lnTo>
                <a:lnTo>
                  <a:pt x="4201452" y="3301238"/>
                </a:lnTo>
                <a:lnTo>
                  <a:pt x="4161028" y="3319449"/>
                </a:lnTo>
                <a:lnTo>
                  <a:pt x="4120756" y="3338436"/>
                </a:lnTo>
                <a:lnTo>
                  <a:pt x="4080675" y="3358235"/>
                </a:lnTo>
                <a:lnTo>
                  <a:pt x="4040822" y="3378873"/>
                </a:lnTo>
                <a:lnTo>
                  <a:pt x="4001198" y="3400399"/>
                </a:lnTo>
                <a:lnTo>
                  <a:pt x="3961866" y="3422827"/>
                </a:lnTo>
                <a:lnTo>
                  <a:pt x="3922839" y="3446208"/>
                </a:lnTo>
                <a:lnTo>
                  <a:pt x="3884155" y="3470579"/>
                </a:lnTo>
                <a:lnTo>
                  <a:pt x="3845839" y="3495967"/>
                </a:lnTo>
                <a:lnTo>
                  <a:pt x="3807930" y="3522395"/>
                </a:lnTo>
                <a:lnTo>
                  <a:pt x="3770452" y="3549929"/>
                </a:lnTo>
                <a:lnTo>
                  <a:pt x="3733431" y="3578568"/>
                </a:lnTo>
                <a:lnTo>
                  <a:pt x="3696906" y="3608374"/>
                </a:lnTo>
                <a:lnTo>
                  <a:pt x="3660914" y="3639375"/>
                </a:lnTo>
                <a:lnTo>
                  <a:pt x="3625469" y="3671595"/>
                </a:lnTo>
                <a:lnTo>
                  <a:pt x="3590607" y="3705085"/>
                </a:lnTo>
                <a:lnTo>
                  <a:pt x="3556381" y="3739858"/>
                </a:lnTo>
                <a:lnTo>
                  <a:pt x="3522789" y="3775976"/>
                </a:lnTo>
                <a:lnTo>
                  <a:pt x="3489871" y="3813454"/>
                </a:lnTo>
                <a:lnTo>
                  <a:pt x="3457664" y="3852329"/>
                </a:lnTo>
                <a:lnTo>
                  <a:pt x="3426206" y="3892651"/>
                </a:lnTo>
                <a:lnTo>
                  <a:pt x="3395510" y="3934434"/>
                </a:lnTo>
                <a:lnTo>
                  <a:pt x="3365627" y="3977729"/>
                </a:lnTo>
                <a:lnTo>
                  <a:pt x="3336569" y="4022560"/>
                </a:lnTo>
                <a:lnTo>
                  <a:pt x="3308375" y="4068965"/>
                </a:lnTo>
                <a:lnTo>
                  <a:pt x="3281083" y="4116971"/>
                </a:lnTo>
                <a:lnTo>
                  <a:pt x="3254705" y="4166641"/>
                </a:lnTo>
                <a:lnTo>
                  <a:pt x="3229279" y="4217975"/>
                </a:lnTo>
                <a:lnTo>
                  <a:pt x="3204857" y="4271022"/>
                </a:lnTo>
                <a:lnTo>
                  <a:pt x="3181439" y="4325823"/>
                </a:lnTo>
                <a:lnTo>
                  <a:pt x="3159074" y="4382414"/>
                </a:lnTo>
                <a:lnTo>
                  <a:pt x="3137789" y="4440809"/>
                </a:lnTo>
                <a:lnTo>
                  <a:pt x="3122739" y="4485437"/>
                </a:lnTo>
                <a:lnTo>
                  <a:pt x="3108528" y="4530788"/>
                </a:lnTo>
                <a:lnTo>
                  <a:pt x="3095155" y="4576838"/>
                </a:lnTo>
                <a:lnTo>
                  <a:pt x="3082620" y="4623562"/>
                </a:lnTo>
                <a:lnTo>
                  <a:pt x="3070898" y="4670895"/>
                </a:lnTo>
                <a:lnTo>
                  <a:pt x="3060014" y="4718812"/>
                </a:lnTo>
                <a:lnTo>
                  <a:pt x="3049955" y="4767288"/>
                </a:lnTo>
                <a:lnTo>
                  <a:pt x="3040723" y="4816272"/>
                </a:lnTo>
                <a:lnTo>
                  <a:pt x="3032302" y="4865738"/>
                </a:lnTo>
                <a:lnTo>
                  <a:pt x="3024695" y="4915636"/>
                </a:lnTo>
                <a:lnTo>
                  <a:pt x="3017913" y="4965941"/>
                </a:lnTo>
                <a:lnTo>
                  <a:pt x="3011932" y="5016614"/>
                </a:lnTo>
                <a:lnTo>
                  <a:pt x="3006763" y="5067605"/>
                </a:lnTo>
                <a:lnTo>
                  <a:pt x="3002394" y="5118887"/>
                </a:lnTo>
                <a:lnTo>
                  <a:pt x="2998838" y="5170436"/>
                </a:lnTo>
                <a:lnTo>
                  <a:pt x="2996069" y="5222189"/>
                </a:lnTo>
                <a:lnTo>
                  <a:pt x="2994101" y="5274132"/>
                </a:lnTo>
                <a:lnTo>
                  <a:pt x="2992932" y="5326215"/>
                </a:lnTo>
                <a:lnTo>
                  <a:pt x="2992551" y="5378399"/>
                </a:lnTo>
                <a:lnTo>
                  <a:pt x="2992958" y="5430659"/>
                </a:lnTo>
                <a:lnTo>
                  <a:pt x="2994164" y="5482945"/>
                </a:lnTo>
                <a:lnTo>
                  <a:pt x="2996133" y="5535231"/>
                </a:lnTo>
                <a:lnTo>
                  <a:pt x="2998901" y="5587479"/>
                </a:lnTo>
                <a:lnTo>
                  <a:pt x="3002432" y="5639638"/>
                </a:lnTo>
                <a:lnTo>
                  <a:pt x="3006750" y="5691695"/>
                </a:lnTo>
                <a:lnTo>
                  <a:pt x="3011843" y="5743587"/>
                </a:lnTo>
                <a:lnTo>
                  <a:pt x="3017697" y="5795289"/>
                </a:lnTo>
                <a:lnTo>
                  <a:pt x="3024327" y="5846775"/>
                </a:lnTo>
                <a:lnTo>
                  <a:pt x="3031706" y="5897994"/>
                </a:lnTo>
                <a:lnTo>
                  <a:pt x="3039859" y="5948908"/>
                </a:lnTo>
                <a:lnTo>
                  <a:pt x="3048774" y="5999492"/>
                </a:lnTo>
                <a:lnTo>
                  <a:pt x="3058439" y="6049696"/>
                </a:lnTo>
                <a:lnTo>
                  <a:pt x="3068853" y="6099492"/>
                </a:lnTo>
                <a:lnTo>
                  <a:pt x="3080029" y="6148844"/>
                </a:lnTo>
                <a:lnTo>
                  <a:pt x="3091954" y="6197714"/>
                </a:lnTo>
                <a:lnTo>
                  <a:pt x="3104616" y="6246050"/>
                </a:lnTo>
                <a:lnTo>
                  <a:pt x="3118027" y="6293828"/>
                </a:lnTo>
                <a:lnTo>
                  <a:pt x="3132175" y="6341021"/>
                </a:lnTo>
                <a:lnTo>
                  <a:pt x="3147060" y="6387579"/>
                </a:lnTo>
                <a:lnTo>
                  <a:pt x="3162681" y="6433452"/>
                </a:lnTo>
                <a:lnTo>
                  <a:pt x="3179038" y="6478638"/>
                </a:lnTo>
                <a:lnTo>
                  <a:pt x="3196120" y="6523075"/>
                </a:lnTo>
                <a:lnTo>
                  <a:pt x="3213925" y="6566725"/>
                </a:lnTo>
                <a:lnTo>
                  <a:pt x="3232454" y="6609562"/>
                </a:lnTo>
                <a:lnTo>
                  <a:pt x="3251708" y="6651536"/>
                </a:lnTo>
                <a:lnTo>
                  <a:pt x="3271685" y="6692633"/>
                </a:lnTo>
                <a:lnTo>
                  <a:pt x="3292373" y="6732791"/>
                </a:lnTo>
                <a:lnTo>
                  <a:pt x="3313773" y="6771983"/>
                </a:lnTo>
                <a:lnTo>
                  <a:pt x="3335896" y="6810184"/>
                </a:lnTo>
                <a:lnTo>
                  <a:pt x="3358705" y="6847332"/>
                </a:lnTo>
                <a:lnTo>
                  <a:pt x="3365665" y="6858000"/>
                </a:lnTo>
                <a:lnTo>
                  <a:pt x="7221169" y="6858000"/>
                </a:lnTo>
                <a:lnTo>
                  <a:pt x="7244816" y="6821741"/>
                </a:lnTo>
                <a:lnTo>
                  <a:pt x="7271537" y="6778549"/>
                </a:lnTo>
                <a:lnTo>
                  <a:pt x="7297191" y="6734861"/>
                </a:lnTo>
                <a:lnTo>
                  <a:pt x="7321817" y="6690690"/>
                </a:lnTo>
                <a:lnTo>
                  <a:pt x="7345426" y="6646100"/>
                </a:lnTo>
                <a:lnTo>
                  <a:pt x="7368032" y="6601104"/>
                </a:lnTo>
                <a:lnTo>
                  <a:pt x="7389660" y="6555740"/>
                </a:lnTo>
                <a:lnTo>
                  <a:pt x="7410336" y="6510058"/>
                </a:lnTo>
                <a:lnTo>
                  <a:pt x="7430071" y="6464084"/>
                </a:lnTo>
                <a:lnTo>
                  <a:pt x="7448893" y="6417856"/>
                </a:lnTo>
                <a:lnTo>
                  <a:pt x="7466825" y="6371412"/>
                </a:lnTo>
                <a:lnTo>
                  <a:pt x="7483881" y="6324790"/>
                </a:lnTo>
                <a:lnTo>
                  <a:pt x="7500074" y="6278029"/>
                </a:lnTo>
                <a:lnTo>
                  <a:pt x="7515441" y="6231166"/>
                </a:lnTo>
                <a:lnTo>
                  <a:pt x="7529995" y="6184214"/>
                </a:lnTo>
                <a:lnTo>
                  <a:pt x="7543749" y="6137249"/>
                </a:lnTo>
                <a:lnTo>
                  <a:pt x="7556741" y="6090272"/>
                </a:lnTo>
                <a:lnTo>
                  <a:pt x="7568984" y="6043346"/>
                </a:lnTo>
                <a:lnTo>
                  <a:pt x="7580490" y="5996483"/>
                </a:lnTo>
                <a:lnTo>
                  <a:pt x="7591285" y="5949747"/>
                </a:lnTo>
                <a:lnTo>
                  <a:pt x="7601394" y="5903150"/>
                </a:lnTo>
                <a:lnTo>
                  <a:pt x="7610830" y="5856744"/>
                </a:lnTo>
                <a:lnTo>
                  <a:pt x="7619619" y="5810555"/>
                </a:lnTo>
                <a:lnTo>
                  <a:pt x="7627772" y="5764619"/>
                </a:lnTo>
                <a:lnTo>
                  <a:pt x="7635329" y="5718988"/>
                </a:lnTo>
                <a:lnTo>
                  <a:pt x="7642301" y="5673687"/>
                </a:lnTo>
                <a:lnTo>
                  <a:pt x="7648702" y="5628754"/>
                </a:lnTo>
                <a:lnTo>
                  <a:pt x="7654557" y="5584215"/>
                </a:lnTo>
                <a:lnTo>
                  <a:pt x="7659891" y="5540121"/>
                </a:lnTo>
                <a:lnTo>
                  <a:pt x="7664717" y="5496509"/>
                </a:lnTo>
                <a:lnTo>
                  <a:pt x="7669060" y="5453405"/>
                </a:lnTo>
                <a:lnTo>
                  <a:pt x="7672933" y="5410860"/>
                </a:lnTo>
                <a:lnTo>
                  <a:pt x="7676362" y="5368899"/>
                </a:lnTo>
                <a:lnTo>
                  <a:pt x="7679385" y="5327548"/>
                </a:lnTo>
                <a:lnTo>
                  <a:pt x="7681989" y="5286870"/>
                </a:lnTo>
                <a:lnTo>
                  <a:pt x="7684224" y="5246878"/>
                </a:lnTo>
                <a:lnTo>
                  <a:pt x="7686091" y="5207635"/>
                </a:lnTo>
                <a:lnTo>
                  <a:pt x="7687615" y="5169141"/>
                </a:lnTo>
                <a:lnTo>
                  <a:pt x="7689736" y="5094630"/>
                </a:lnTo>
                <a:lnTo>
                  <a:pt x="7690739" y="5023612"/>
                </a:lnTo>
                <a:close/>
              </a:path>
              <a:path w="12192000" h="6858000">
                <a:moveTo>
                  <a:pt x="12192000" y="2224925"/>
                </a:moveTo>
                <a:lnTo>
                  <a:pt x="12173725" y="2187448"/>
                </a:lnTo>
                <a:lnTo>
                  <a:pt x="12152694" y="2150440"/>
                </a:lnTo>
                <a:lnTo>
                  <a:pt x="12128462" y="2112530"/>
                </a:lnTo>
                <a:lnTo>
                  <a:pt x="12101259" y="2074113"/>
                </a:lnTo>
                <a:lnTo>
                  <a:pt x="12071337" y="2035594"/>
                </a:lnTo>
                <a:lnTo>
                  <a:pt x="12038952" y="1997329"/>
                </a:lnTo>
                <a:lnTo>
                  <a:pt x="12004370" y="1959737"/>
                </a:lnTo>
                <a:lnTo>
                  <a:pt x="11967832" y="1923199"/>
                </a:lnTo>
                <a:lnTo>
                  <a:pt x="11929593" y="1888096"/>
                </a:lnTo>
                <a:lnTo>
                  <a:pt x="11889905" y="1854835"/>
                </a:lnTo>
                <a:lnTo>
                  <a:pt x="11849024" y="1823796"/>
                </a:lnTo>
                <a:lnTo>
                  <a:pt x="11807190" y="1795360"/>
                </a:lnTo>
                <a:lnTo>
                  <a:pt x="11764658" y="1769935"/>
                </a:lnTo>
                <a:lnTo>
                  <a:pt x="11721706" y="1747901"/>
                </a:lnTo>
                <a:lnTo>
                  <a:pt x="11678552" y="1729651"/>
                </a:lnTo>
                <a:lnTo>
                  <a:pt x="11635473" y="1715579"/>
                </a:lnTo>
                <a:lnTo>
                  <a:pt x="11592712" y="1706054"/>
                </a:lnTo>
                <a:lnTo>
                  <a:pt x="11550510" y="1701495"/>
                </a:lnTo>
                <a:lnTo>
                  <a:pt x="11509146" y="1702282"/>
                </a:lnTo>
                <a:lnTo>
                  <a:pt x="11468862" y="1708785"/>
                </a:lnTo>
                <a:lnTo>
                  <a:pt x="11406340" y="1724799"/>
                </a:lnTo>
                <a:lnTo>
                  <a:pt x="11350447" y="1741246"/>
                </a:lnTo>
                <a:lnTo>
                  <a:pt x="11300346" y="1758302"/>
                </a:lnTo>
                <a:lnTo>
                  <a:pt x="11255197" y="1776133"/>
                </a:lnTo>
                <a:lnTo>
                  <a:pt x="11214164" y="1794916"/>
                </a:lnTo>
                <a:lnTo>
                  <a:pt x="11176419" y="1814804"/>
                </a:lnTo>
                <a:lnTo>
                  <a:pt x="11141113" y="1835988"/>
                </a:lnTo>
                <a:lnTo>
                  <a:pt x="11107407" y="1858619"/>
                </a:lnTo>
                <a:lnTo>
                  <a:pt x="11074476" y="1882876"/>
                </a:lnTo>
                <a:lnTo>
                  <a:pt x="11041469" y="1908924"/>
                </a:lnTo>
                <a:lnTo>
                  <a:pt x="11007547" y="1936940"/>
                </a:lnTo>
                <a:lnTo>
                  <a:pt x="10933646" y="1999526"/>
                </a:lnTo>
                <a:lnTo>
                  <a:pt x="10891977" y="2034451"/>
                </a:lnTo>
                <a:lnTo>
                  <a:pt x="10846054" y="2072005"/>
                </a:lnTo>
                <a:lnTo>
                  <a:pt x="10880776" y="1949488"/>
                </a:lnTo>
                <a:lnTo>
                  <a:pt x="10896371" y="1893087"/>
                </a:lnTo>
                <a:lnTo>
                  <a:pt x="10910735" y="1839455"/>
                </a:lnTo>
                <a:lnTo>
                  <a:pt x="10923842" y="1788236"/>
                </a:lnTo>
                <a:lnTo>
                  <a:pt x="10935665" y="1739074"/>
                </a:lnTo>
                <a:lnTo>
                  <a:pt x="10946155" y="1691601"/>
                </a:lnTo>
                <a:lnTo>
                  <a:pt x="10955274" y="1645488"/>
                </a:lnTo>
                <a:lnTo>
                  <a:pt x="10963021" y="1600339"/>
                </a:lnTo>
                <a:lnTo>
                  <a:pt x="10969333" y="1555838"/>
                </a:lnTo>
                <a:lnTo>
                  <a:pt x="10974184" y="1511592"/>
                </a:lnTo>
                <a:lnTo>
                  <a:pt x="10977563" y="1467269"/>
                </a:lnTo>
                <a:lnTo>
                  <a:pt x="10979404" y="1422501"/>
                </a:lnTo>
                <a:lnTo>
                  <a:pt x="10979683" y="1376946"/>
                </a:lnTo>
                <a:lnTo>
                  <a:pt x="10978388" y="1330223"/>
                </a:lnTo>
                <a:lnTo>
                  <a:pt x="10975467" y="1281988"/>
                </a:lnTo>
                <a:lnTo>
                  <a:pt x="10970882" y="1231887"/>
                </a:lnTo>
                <a:lnTo>
                  <a:pt x="10964621" y="1179563"/>
                </a:lnTo>
                <a:lnTo>
                  <a:pt x="10956633" y="1124648"/>
                </a:lnTo>
                <a:lnTo>
                  <a:pt x="10946892" y="1066800"/>
                </a:lnTo>
                <a:lnTo>
                  <a:pt x="10914139" y="1002182"/>
                </a:lnTo>
                <a:lnTo>
                  <a:pt x="10868317" y="940257"/>
                </a:lnTo>
                <a:lnTo>
                  <a:pt x="10840999" y="910742"/>
                </a:lnTo>
                <a:lnTo>
                  <a:pt x="10811002" y="882446"/>
                </a:lnTo>
                <a:lnTo>
                  <a:pt x="10778515" y="855535"/>
                </a:lnTo>
                <a:lnTo>
                  <a:pt x="10743743" y="830186"/>
                </a:lnTo>
                <a:lnTo>
                  <a:pt x="10706875" y="806589"/>
                </a:lnTo>
                <a:lnTo>
                  <a:pt x="10668114" y="784898"/>
                </a:lnTo>
                <a:lnTo>
                  <a:pt x="10627639" y="765302"/>
                </a:lnTo>
                <a:lnTo>
                  <a:pt x="10585666" y="747991"/>
                </a:lnTo>
                <a:lnTo>
                  <a:pt x="10542372" y="733132"/>
                </a:lnTo>
                <a:lnTo>
                  <a:pt x="10497972" y="720890"/>
                </a:lnTo>
                <a:lnTo>
                  <a:pt x="10452646" y="711466"/>
                </a:lnTo>
                <a:lnTo>
                  <a:pt x="10406596" y="705027"/>
                </a:lnTo>
                <a:lnTo>
                  <a:pt x="10360012" y="701751"/>
                </a:lnTo>
                <a:lnTo>
                  <a:pt x="10313086" y="701827"/>
                </a:lnTo>
                <a:lnTo>
                  <a:pt x="10266032" y="705408"/>
                </a:lnTo>
                <a:lnTo>
                  <a:pt x="10219030" y="712685"/>
                </a:lnTo>
                <a:lnTo>
                  <a:pt x="10172281" y="723849"/>
                </a:lnTo>
                <a:lnTo>
                  <a:pt x="10125989" y="739051"/>
                </a:lnTo>
                <a:lnTo>
                  <a:pt x="10080333" y="758494"/>
                </a:lnTo>
                <a:lnTo>
                  <a:pt x="10035502" y="782345"/>
                </a:lnTo>
                <a:lnTo>
                  <a:pt x="9991725" y="810768"/>
                </a:lnTo>
                <a:lnTo>
                  <a:pt x="9948481" y="845235"/>
                </a:lnTo>
                <a:lnTo>
                  <a:pt x="9908502" y="881265"/>
                </a:lnTo>
                <a:lnTo>
                  <a:pt x="9871545" y="918743"/>
                </a:lnTo>
                <a:lnTo>
                  <a:pt x="9837420" y="957580"/>
                </a:lnTo>
                <a:lnTo>
                  <a:pt x="9805886" y="997648"/>
                </a:lnTo>
                <a:lnTo>
                  <a:pt x="9776739" y="1038834"/>
                </a:lnTo>
                <a:lnTo>
                  <a:pt x="9749765" y="1081024"/>
                </a:lnTo>
                <a:lnTo>
                  <a:pt x="9724733" y="1124102"/>
                </a:lnTo>
                <a:lnTo>
                  <a:pt x="9701428" y="1167980"/>
                </a:lnTo>
                <a:lnTo>
                  <a:pt x="9679635" y="1212519"/>
                </a:lnTo>
                <a:lnTo>
                  <a:pt x="9659137" y="1257604"/>
                </a:lnTo>
                <a:lnTo>
                  <a:pt x="9639719" y="1303147"/>
                </a:lnTo>
                <a:lnTo>
                  <a:pt x="9621164" y="1349019"/>
                </a:lnTo>
                <a:lnTo>
                  <a:pt x="9603245" y="1395107"/>
                </a:lnTo>
                <a:lnTo>
                  <a:pt x="9551162" y="1533550"/>
                </a:lnTo>
                <a:lnTo>
                  <a:pt x="9533636" y="1579372"/>
                </a:lnTo>
                <a:lnTo>
                  <a:pt x="9499854" y="1546263"/>
                </a:lnTo>
                <a:lnTo>
                  <a:pt x="9470174" y="1515097"/>
                </a:lnTo>
                <a:lnTo>
                  <a:pt x="9443580" y="1485366"/>
                </a:lnTo>
                <a:lnTo>
                  <a:pt x="9371978" y="1400060"/>
                </a:lnTo>
                <a:lnTo>
                  <a:pt x="9347429" y="1371307"/>
                </a:lnTo>
                <a:lnTo>
                  <a:pt x="9320822" y="1341589"/>
                </a:lnTo>
                <a:lnTo>
                  <a:pt x="9291142" y="1310424"/>
                </a:lnTo>
                <a:lnTo>
                  <a:pt x="9257347" y="1277327"/>
                </a:lnTo>
                <a:lnTo>
                  <a:pt x="9218435" y="1241806"/>
                </a:lnTo>
                <a:lnTo>
                  <a:pt x="9173362" y="1203388"/>
                </a:lnTo>
                <a:lnTo>
                  <a:pt x="9121115" y="1161592"/>
                </a:lnTo>
                <a:lnTo>
                  <a:pt x="9060650" y="1115936"/>
                </a:lnTo>
                <a:lnTo>
                  <a:pt x="8990965" y="1065911"/>
                </a:lnTo>
                <a:lnTo>
                  <a:pt x="8926512" y="1038847"/>
                </a:lnTo>
                <a:lnTo>
                  <a:pt x="8888298" y="1026134"/>
                </a:lnTo>
                <a:lnTo>
                  <a:pt x="8846680" y="1014323"/>
                </a:lnTo>
                <a:lnTo>
                  <a:pt x="8802116" y="1003655"/>
                </a:lnTo>
                <a:lnTo>
                  <a:pt x="8755062" y="994397"/>
                </a:lnTo>
                <a:lnTo>
                  <a:pt x="8705977" y="986828"/>
                </a:lnTo>
                <a:lnTo>
                  <a:pt x="8655291" y="981176"/>
                </a:lnTo>
                <a:lnTo>
                  <a:pt x="8603488" y="977722"/>
                </a:lnTo>
                <a:lnTo>
                  <a:pt x="8550986" y="976706"/>
                </a:lnTo>
                <a:lnTo>
                  <a:pt x="8498268" y="978408"/>
                </a:lnTo>
                <a:lnTo>
                  <a:pt x="8445767" y="983081"/>
                </a:lnTo>
                <a:lnTo>
                  <a:pt x="8393938" y="990981"/>
                </a:lnTo>
                <a:lnTo>
                  <a:pt x="8343239" y="1002372"/>
                </a:lnTo>
                <a:lnTo>
                  <a:pt x="8294116" y="1017511"/>
                </a:lnTo>
                <a:lnTo>
                  <a:pt x="8247024" y="1036662"/>
                </a:lnTo>
                <a:lnTo>
                  <a:pt x="8202422" y="1060081"/>
                </a:lnTo>
                <a:lnTo>
                  <a:pt x="8160766" y="1088009"/>
                </a:lnTo>
                <a:lnTo>
                  <a:pt x="8134617" y="1123619"/>
                </a:lnTo>
                <a:lnTo>
                  <a:pt x="8108404" y="1164056"/>
                </a:lnTo>
                <a:lnTo>
                  <a:pt x="8082775" y="1208379"/>
                </a:lnTo>
                <a:lnTo>
                  <a:pt x="8058353" y="1255610"/>
                </a:lnTo>
                <a:lnTo>
                  <a:pt x="8035772" y="1304798"/>
                </a:lnTo>
                <a:lnTo>
                  <a:pt x="8015656" y="1354950"/>
                </a:lnTo>
                <a:lnTo>
                  <a:pt x="7998650" y="1405128"/>
                </a:lnTo>
                <a:lnTo>
                  <a:pt x="7985379" y="1454340"/>
                </a:lnTo>
                <a:lnTo>
                  <a:pt x="7976476" y="1501635"/>
                </a:lnTo>
                <a:lnTo>
                  <a:pt x="7972565" y="1546047"/>
                </a:lnTo>
                <a:lnTo>
                  <a:pt x="7974292" y="1586598"/>
                </a:lnTo>
                <a:lnTo>
                  <a:pt x="7982293" y="1622336"/>
                </a:lnTo>
                <a:lnTo>
                  <a:pt x="7997190" y="1652270"/>
                </a:lnTo>
                <a:lnTo>
                  <a:pt x="8010855" y="1691932"/>
                </a:lnTo>
                <a:lnTo>
                  <a:pt x="8023301" y="1730552"/>
                </a:lnTo>
                <a:lnTo>
                  <a:pt x="8034960" y="1768436"/>
                </a:lnTo>
                <a:lnTo>
                  <a:pt x="8057528" y="1843214"/>
                </a:lnTo>
                <a:lnTo>
                  <a:pt x="8069262" y="1880730"/>
                </a:lnTo>
                <a:lnTo>
                  <a:pt x="8081873" y="1918716"/>
                </a:lnTo>
                <a:lnTo>
                  <a:pt x="8095742" y="1957501"/>
                </a:lnTo>
                <a:lnTo>
                  <a:pt x="8111312" y="1997379"/>
                </a:lnTo>
                <a:lnTo>
                  <a:pt x="8128978" y="2038667"/>
                </a:lnTo>
                <a:lnTo>
                  <a:pt x="8149158" y="2081644"/>
                </a:lnTo>
                <a:lnTo>
                  <a:pt x="8172285" y="2126640"/>
                </a:lnTo>
                <a:lnTo>
                  <a:pt x="8198752" y="2173960"/>
                </a:lnTo>
                <a:lnTo>
                  <a:pt x="8228978" y="2223884"/>
                </a:lnTo>
                <a:lnTo>
                  <a:pt x="8263395" y="2276754"/>
                </a:lnTo>
                <a:lnTo>
                  <a:pt x="8302396" y="2332837"/>
                </a:lnTo>
                <a:lnTo>
                  <a:pt x="8346402" y="2392464"/>
                </a:lnTo>
                <a:lnTo>
                  <a:pt x="8395843" y="2455926"/>
                </a:lnTo>
                <a:lnTo>
                  <a:pt x="8321256" y="2441981"/>
                </a:lnTo>
                <a:lnTo>
                  <a:pt x="8252892" y="2429992"/>
                </a:lnTo>
                <a:lnTo>
                  <a:pt x="8190128" y="2419985"/>
                </a:lnTo>
                <a:lnTo>
                  <a:pt x="8132356" y="2411920"/>
                </a:lnTo>
                <a:lnTo>
                  <a:pt x="8078952" y="2405824"/>
                </a:lnTo>
                <a:lnTo>
                  <a:pt x="8029295" y="2401659"/>
                </a:lnTo>
                <a:lnTo>
                  <a:pt x="7982788" y="2399436"/>
                </a:lnTo>
                <a:lnTo>
                  <a:pt x="7938795" y="2399144"/>
                </a:lnTo>
                <a:lnTo>
                  <a:pt x="7896707" y="2400782"/>
                </a:lnTo>
                <a:lnTo>
                  <a:pt x="7855915" y="2404338"/>
                </a:lnTo>
                <a:lnTo>
                  <a:pt x="7815808" y="2409787"/>
                </a:lnTo>
                <a:lnTo>
                  <a:pt x="7775753" y="2417153"/>
                </a:lnTo>
                <a:lnTo>
                  <a:pt x="7735151" y="2426411"/>
                </a:lnTo>
                <a:lnTo>
                  <a:pt x="7693380" y="2437561"/>
                </a:lnTo>
                <a:lnTo>
                  <a:pt x="7649819" y="2450592"/>
                </a:lnTo>
                <a:lnTo>
                  <a:pt x="7603858" y="2465489"/>
                </a:lnTo>
                <a:lnTo>
                  <a:pt x="7554874" y="2482265"/>
                </a:lnTo>
                <a:lnTo>
                  <a:pt x="7502271" y="2500884"/>
                </a:lnTo>
                <a:lnTo>
                  <a:pt x="7452284" y="2546489"/>
                </a:lnTo>
                <a:lnTo>
                  <a:pt x="7402601" y="2600960"/>
                </a:lnTo>
                <a:lnTo>
                  <a:pt x="7378509" y="2631173"/>
                </a:lnTo>
                <a:lnTo>
                  <a:pt x="7355268" y="2663190"/>
                </a:lnTo>
                <a:lnTo>
                  <a:pt x="7333145" y="2696870"/>
                </a:lnTo>
                <a:lnTo>
                  <a:pt x="7312368" y="2732062"/>
                </a:lnTo>
                <a:lnTo>
                  <a:pt x="7293229" y="2768625"/>
                </a:lnTo>
                <a:lnTo>
                  <a:pt x="7275957" y="2806433"/>
                </a:lnTo>
                <a:lnTo>
                  <a:pt x="7260831" y="2845333"/>
                </a:lnTo>
                <a:lnTo>
                  <a:pt x="7248093" y="2885186"/>
                </a:lnTo>
                <a:lnTo>
                  <a:pt x="7238022" y="2925864"/>
                </a:lnTo>
                <a:lnTo>
                  <a:pt x="7230846" y="2967215"/>
                </a:lnTo>
                <a:lnTo>
                  <a:pt x="7226859" y="3009100"/>
                </a:lnTo>
                <a:lnTo>
                  <a:pt x="7226287" y="3051378"/>
                </a:lnTo>
                <a:lnTo>
                  <a:pt x="7229411" y="3093910"/>
                </a:lnTo>
                <a:lnTo>
                  <a:pt x="7236473" y="3136557"/>
                </a:lnTo>
                <a:lnTo>
                  <a:pt x="7247737" y="3179178"/>
                </a:lnTo>
                <a:lnTo>
                  <a:pt x="7263473" y="3221621"/>
                </a:lnTo>
                <a:lnTo>
                  <a:pt x="7283920" y="3263773"/>
                </a:lnTo>
                <a:lnTo>
                  <a:pt x="7309345" y="3305467"/>
                </a:lnTo>
                <a:lnTo>
                  <a:pt x="7340003" y="3346577"/>
                </a:lnTo>
                <a:lnTo>
                  <a:pt x="7376160" y="3386950"/>
                </a:lnTo>
                <a:lnTo>
                  <a:pt x="7418070" y="3426460"/>
                </a:lnTo>
                <a:lnTo>
                  <a:pt x="7443394" y="3446691"/>
                </a:lnTo>
                <a:lnTo>
                  <a:pt x="7489685" y="3484905"/>
                </a:lnTo>
                <a:lnTo>
                  <a:pt x="7535735" y="3520440"/>
                </a:lnTo>
                <a:lnTo>
                  <a:pt x="7588237" y="3553637"/>
                </a:lnTo>
                <a:lnTo>
                  <a:pt x="7653858" y="3584829"/>
                </a:lnTo>
                <a:lnTo>
                  <a:pt x="7693673" y="3599789"/>
                </a:lnTo>
                <a:lnTo>
                  <a:pt x="7739278" y="3614382"/>
                </a:lnTo>
                <a:lnTo>
                  <a:pt x="7791513" y="3628644"/>
                </a:lnTo>
                <a:lnTo>
                  <a:pt x="7851191" y="3642626"/>
                </a:lnTo>
                <a:lnTo>
                  <a:pt x="7919174" y="3656368"/>
                </a:lnTo>
                <a:lnTo>
                  <a:pt x="7996275" y="3669919"/>
                </a:lnTo>
                <a:lnTo>
                  <a:pt x="8083347" y="3683304"/>
                </a:lnTo>
                <a:lnTo>
                  <a:pt x="8181213" y="3696589"/>
                </a:lnTo>
                <a:lnTo>
                  <a:pt x="8154136" y="3740632"/>
                </a:lnTo>
                <a:lnTo>
                  <a:pt x="8128178" y="3779621"/>
                </a:lnTo>
                <a:lnTo>
                  <a:pt x="8103222" y="3814153"/>
                </a:lnTo>
                <a:lnTo>
                  <a:pt x="8079168" y="3844810"/>
                </a:lnTo>
                <a:lnTo>
                  <a:pt x="8033398" y="3896804"/>
                </a:lnTo>
                <a:lnTo>
                  <a:pt x="7990091" y="3940276"/>
                </a:lnTo>
                <a:lnTo>
                  <a:pt x="7948485" y="3979862"/>
                </a:lnTo>
                <a:lnTo>
                  <a:pt x="7928076" y="3999649"/>
                </a:lnTo>
                <a:lnTo>
                  <a:pt x="7887576" y="4042118"/>
                </a:lnTo>
                <a:lnTo>
                  <a:pt x="7846835" y="4092346"/>
                </a:lnTo>
                <a:lnTo>
                  <a:pt x="7805090" y="4154957"/>
                </a:lnTo>
                <a:lnTo>
                  <a:pt x="7783601" y="4192359"/>
                </a:lnTo>
                <a:lnTo>
                  <a:pt x="7761567" y="4234612"/>
                </a:lnTo>
                <a:lnTo>
                  <a:pt x="7738897" y="4282287"/>
                </a:lnTo>
                <a:lnTo>
                  <a:pt x="7715491" y="4335970"/>
                </a:lnTo>
                <a:lnTo>
                  <a:pt x="7691260" y="4396244"/>
                </a:lnTo>
                <a:lnTo>
                  <a:pt x="7666101" y="4463669"/>
                </a:lnTo>
                <a:lnTo>
                  <a:pt x="7656931" y="4537367"/>
                </a:lnTo>
                <a:lnTo>
                  <a:pt x="7655852" y="4577054"/>
                </a:lnTo>
                <a:lnTo>
                  <a:pt x="7657071" y="4618253"/>
                </a:lnTo>
                <a:lnTo>
                  <a:pt x="7660500" y="4660658"/>
                </a:lnTo>
                <a:lnTo>
                  <a:pt x="7666101" y="4703978"/>
                </a:lnTo>
                <a:lnTo>
                  <a:pt x="7673810" y="4747895"/>
                </a:lnTo>
                <a:lnTo>
                  <a:pt x="7683601" y="4792129"/>
                </a:lnTo>
                <a:lnTo>
                  <a:pt x="7695400" y="4836376"/>
                </a:lnTo>
                <a:lnTo>
                  <a:pt x="7709167" y="4880330"/>
                </a:lnTo>
                <a:lnTo>
                  <a:pt x="7724851" y="4923701"/>
                </a:lnTo>
                <a:lnTo>
                  <a:pt x="7742377" y="4966195"/>
                </a:lnTo>
                <a:lnTo>
                  <a:pt x="7761719" y="5007508"/>
                </a:lnTo>
                <a:lnTo>
                  <a:pt x="7782827" y="5047335"/>
                </a:lnTo>
                <a:lnTo>
                  <a:pt x="7805623" y="5085385"/>
                </a:lnTo>
                <a:lnTo>
                  <a:pt x="7830083" y="5121364"/>
                </a:lnTo>
                <a:lnTo>
                  <a:pt x="7856131" y="5154968"/>
                </a:lnTo>
                <a:lnTo>
                  <a:pt x="7883728" y="5185892"/>
                </a:lnTo>
                <a:lnTo>
                  <a:pt x="7912824" y="5213858"/>
                </a:lnTo>
                <a:lnTo>
                  <a:pt x="7943367" y="5238547"/>
                </a:lnTo>
                <a:lnTo>
                  <a:pt x="7975295" y="5259667"/>
                </a:lnTo>
                <a:lnTo>
                  <a:pt x="8043126" y="5290020"/>
                </a:lnTo>
                <a:lnTo>
                  <a:pt x="8115897" y="5302516"/>
                </a:lnTo>
                <a:lnTo>
                  <a:pt x="8153997" y="5301323"/>
                </a:lnTo>
                <a:lnTo>
                  <a:pt x="8193189" y="5294769"/>
                </a:lnTo>
                <a:lnTo>
                  <a:pt x="8233410" y="5282565"/>
                </a:lnTo>
                <a:lnTo>
                  <a:pt x="8278609" y="5266360"/>
                </a:lnTo>
                <a:lnTo>
                  <a:pt x="8323935" y="5248224"/>
                </a:lnTo>
                <a:lnTo>
                  <a:pt x="8369262" y="5228272"/>
                </a:lnTo>
                <a:lnTo>
                  <a:pt x="8414525" y="5206606"/>
                </a:lnTo>
                <a:lnTo>
                  <a:pt x="8459622" y="5183340"/>
                </a:lnTo>
                <a:lnTo>
                  <a:pt x="8504466" y="5158600"/>
                </a:lnTo>
                <a:lnTo>
                  <a:pt x="8548967" y="5132502"/>
                </a:lnTo>
                <a:lnTo>
                  <a:pt x="8593036" y="5105146"/>
                </a:lnTo>
                <a:lnTo>
                  <a:pt x="8636597" y="5076647"/>
                </a:lnTo>
                <a:lnTo>
                  <a:pt x="8679536" y="5047107"/>
                </a:lnTo>
                <a:lnTo>
                  <a:pt x="8721788" y="5016665"/>
                </a:lnTo>
                <a:lnTo>
                  <a:pt x="8763241" y="4985423"/>
                </a:lnTo>
                <a:lnTo>
                  <a:pt x="8803830" y="4953495"/>
                </a:lnTo>
                <a:lnTo>
                  <a:pt x="8843442" y="4920996"/>
                </a:lnTo>
                <a:lnTo>
                  <a:pt x="8881999" y="4888027"/>
                </a:lnTo>
                <a:lnTo>
                  <a:pt x="8919413" y="4854702"/>
                </a:lnTo>
                <a:lnTo>
                  <a:pt x="8955595" y="4821148"/>
                </a:lnTo>
                <a:lnTo>
                  <a:pt x="8990457" y="4787481"/>
                </a:lnTo>
                <a:lnTo>
                  <a:pt x="9023909" y="4753800"/>
                </a:lnTo>
                <a:lnTo>
                  <a:pt x="9055862" y="4720209"/>
                </a:lnTo>
                <a:lnTo>
                  <a:pt x="9069413" y="4781816"/>
                </a:lnTo>
                <a:lnTo>
                  <a:pt x="9080284" y="4839081"/>
                </a:lnTo>
                <a:lnTo>
                  <a:pt x="9089022" y="4892522"/>
                </a:lnTo>
                <a:lnTo>
                  <a:pt x="9096197" y="4942637"/>
                </a:lnTo>
                <a:lnTo>
                  <a:pt x="9107995" y="5034940"/>
                </a:lnTo>
                <a:lnTo>
                  <a:pt x="9113723" y="5078146"/>
                </a:lnTo>
                <a:lnTo>
                  <a:pt x="9120073" y="5120056"/>
                </a:lnTo>
                <a:lnTo>
                  <a:pt x="9127592" y="5161191"/>
                </a:lnTo>
                <a:lnTo>
                  <a:pt x="9136824" y="5202047"/>
                </a:lnTo>
                <a:lnTo>
                  <a:pt x="9148318" y="5243144"/>
                </a:lnTo>
                <a:lnTo>
                  <a:pt x="9162631" y="5284978"/>
                </a:lnTo>
                <a:lnTo>
                  <a:pt x="9180322" y="5328069"/>
                </a:lnTo>
                <a:lnTo>
                  <a:pt x="9201912" y="5372913"/>
                </a:lnTo>
                <a:lnTo>
                  <a:pt x="9227985" y="5420017"/>
                </a:lnTo>
                <a:lnTo>
                  <a:pt x="9259062" y="5469890"/>
                </a:lnTo>
                <a:lnTo>
                  <a:pt x="9306319" y="5519572"/>
                </a:lnTo>
                <a:lnTo>
                  <a:pt x="9338005" y="5541276"/>
                </a:lnTo>
                <a:lnTo>
                  <a:pt x="9374289" y="5560822"/>
                </a:lnTo>
                <a:lnTo>
                  <a:pt x="9414586" y="5578145"/>
                </a:lnTo>
                <a:lnTo>
                  <a:pt x="9458338" y="5593156"/>
                </a:lnTo>
                <a:lnTo>
                  <a:pt x="9504947" y="5605831"/>
                </a:lnTo>
                <a:lnTo>
                  <a:pt x="9553854" y="5616079"/>
                </a:lnTo>
                <a:lnTo>
                  <a:pt x="9604477" y="5623839"/>
                </a:lnTo>
                <a:lnTo>
                  <a:pt x="9656229" y="5629059"/>
                </a:lnTo>
                <a:lnTo>
                  <a:pt x="9708553" y="5631675"/>
                </a:lnTo>
                <a:lnTo>
                  <a:pt x="9760864" y="5631612"/>
                </a:lnTo>
                <a:lnTo>
                  <a:pt x="9812579" y="5628818"/>
                </a:lnTo>
                <a:lnTo>
                  <a:pt x="9863137" y="5623230"/>
                </a:lnTo>
                <a:lnTo>
                  <a:pt x="9911944" y="5614784"/>
                </a:lnTo>
                <a:lnTo>
                  <a:pt x="9958426" y="5603405"/>
                </a:lnTo>
                <a:lnTo>
                  <a:pt x="10002012" y="5589054"/>
                </a:lnTo>
                <a:lnTo>
                  <a:pt x="10042131" y="5571642"/>
                </a:lnTo>
                <a:lnTo>
                  <a:pt x="10078187" y="5551119"/>
                </a:lnTo>
                <a:lnTo>
                  <a:pt x="10109632" y="5527433"/>
                </a:lnTo>
                <a:lnTo>
                  <a:pt x="10167188" y="5460504"/>
                </a:lnTo>
                <a:lnTo>
                  <a:pt x="10195446" y="5422316"/>
                </a:lnTo>
                <a:lnTo>
                  <a:pt x="10220846" y="5385536"/>
                </a:lnTo>
                <a:lnTo>
                  <a:pt x="10243629" y="5349760"/>
                </a:lnTo>
                <a:lnTo>
                  <a:pt x="10264013" y="5314594"/>
                </a:lnTo>
                <a:lnTo>
                  <a:pt x="10282199" y="5279631"/>
                </a:lnTo>
                <a:lnTo>
                  <a:pt x="10298443" y="5244477"/>
                </a:lnTo>
                <a:lnTo>
                  <a:pt x="10312959" y="5208727"/>
                </a:lnTo>
                <a:lnTo>
                  <a:pt x="10325951" y="5171973"/>
                </a:lnTo>
                <a:lnTo>
                  <a:pt x="10337673" y="5133835"/>
                </a:lnTo>
                <a:lnTo>
                  <a:pt x="10348316" y="5093906"/>
                </a:lnTo>
                <a:lnTo>
                  <a:pt x="10358133" y="5051768"/>
                </a:lnTo>
                <a:lnTo>
                  <a:pt x="10367315" y="5007038"/>
                </a:lnTo>
                <a:lnTo>
                  <a:pt x="10376116" y="4959324"/>
                </a:lnTo>
                <a:lnTo>
                  <a:pt x="10384752" y="4908194"/>
                </a:lnTo>
                <a:lnTo>
                  <a:pt x="10393439" y="4853279"/>
                </a:lnTo>
                <a:lnTo>
                  <a:pt x="10433177" y="4587621"/>
                </a:lnTo>
                <a:lnTo>
                  <a:pt x="10473576" y="4618609"/>
                </a:lnTo>
                <a:lnTo>
                  <a:pt x="10510152" y="4650854"/>
                </a:lnTo>
                <a:lnTo>
                  <a:pt x="10543553" y="4684039"/>
                </a:lnTo>
                <a:lnTo>
                  <a:pt x="10574363" y="4717859"/>
                </a:lnTo>
                <a:lnTo>
                  <a:pt x="10603230" y="4752010"/>
                </a:lnTo>
                <a:lnTo>
                  <a:pt x="10630751" y="4786173"/>
                </a:lnTo>
                <a:lnTo>
                  <a:pt x="10657561" y="4820043"/>
                </a:lnTo>
                <a:lnTo>
                  <a:pt x="10684281" y="4853317"/>
                </a:lnTo>
                <a:lnTo>
                  <a:pt x="10711510" y="4885677"/>
                </a:lnTo>
                <a:lnTo>
                  <a:pt x="10739895" y="4916817"/>
                </a:lnTo>
                <a:lnTo>
                  <a:pt x="10770045" y="4946434"/>
                </a:lnTo>
                <a:lnTo>
                  <a:pt x="10802582" y="4974209"/>
                </a:lnTo>
                <a:lnTo>
                  <a:pt x="10838117" y="4999825"/>
                </a:lnTo>
                <a:lnTo>
                  <a:pt x="10877283" y="5023002"/>
                </a:lnTo>
                <a:lnTo>
                  <a:pt x="10920679" y="5043398"/>
                </a:lnTo>
                <a:lnTo>
                  <a:pt x="10968952" y="5060734"/>
                </a:lnTo>
                <a:lnTo>
                  <a:pt x="11022711" y="5074666"/>
                </a:lnTo>
                <a:lnTo>
                  <a:pt x="11059147" y="5084711"/>
                </a:lnTo>
                <a:lnTo>
                  <a:pt x="11099394" y="5093119"/>
                </a:lnTo>
                <a:lnTo>
                  <a:pt x="11142929" y="5099799"/>
                </a:lnTo>
                <a:lnTo>
                  <a:pt x="11189221" y="5104625"/>
                </a:lnTo>
                <a:lnTo>
                  <a:pt x="11237735" y="5107508"/>
                </a:lnTo>
                <a:lnTo>
                  <a:pt x="11287925" y="5108333"/>
                </a:lnTo>
                <a:lnTo>
                  <a:pt x="11339284" y="5106975"/>
                </a:lnTo>
                <a:lnTo>
                  <a:pt x="11391252" y="5103342"/>
                </a:lnTo>
                <a:lnTo>
                  <a:pt x="11443310" y="5097323"/>
                </a:lnTo>
                <a:lnTo>
                  <a:pt x="11494922" y="5088788"/>
                </a:lnTo>
                <a:lnTo>
                  <a:pt x="11545557" y="5077650"/>
                </a:lnTo>
                <a:lnTo>
                  <a:pt x="11594681" y="5063795"/>
                </a:lnTo>
                <a:lnTo>
                  <a:pt x="11641760" y="5047107"/>
                </a:lnTo>
                <a:lnTo>
                  <a:pt x="11686273" y="5027473"/>
                </a:lnTo>
                <a:lnTo>
                  <a:pt x="11727663" y="5004790"/>
                </a:lnTo>
                <a:lnTo>
                  <a:pt x="11765420" y="4978959"/>
                </a:lnTo>
                <a:lnTo>
                  <a:pt x="11798999" y="4949850"/>
                </a:lnTo>
                <a:lnTo>
                  <a:pt x="11827878" y="4917351"/>
                </a:lnTo>
                <a:lnTo>
                  <a:pt x="11851513" y="4881372"/>
                </a:lnTo>
                <a:lnTo>
                  <a:pt x="11873776" y="4838446"/>
                </a:lnTo>
                <a:lnTo>
                  <a:pt x="11893944" y="4794224"/>
                </a:lnTo>
                <a:lnTo>
                  <a:pt x="11912003" y="4748885"/>
                </a:lnTo>
                <a:lnTo>
                  <a:pt x="11927942" y="4702581"/>
                </a:lnTo>
                <a:lnTo>
                  <a:pt x="11941747" y="4655502"/>
                </a:lnTo>
                <a:lnTo>
                  <a:pt x="11953392" y="4607801"/>
                </a:lnTo>
                <a:lnTo>
                  <a:pt x="11962867" y="4559655"/>
                </a:lnTo>
                <a:lnTo>
                  <a:pt x="11970169" y="4511230"/>
                </a:lnTo>
                <a:lnTo>
                  <a:pt x="11975275" y="4462691"/>
                </a:lnTo>
                <a:lnTo>
                  <a:pt x="11978170" y="4414228"/>
                </a:lnTo>
                <a:lnTo>
                  <a:pt x="11978843" y="4365993"/>
                </a:lnTo>
                <a:lnTo>
                  <a:pt x="11977268" y="4318152"/>
                </a:lnTo>
                <a:lnTo>
                  <a:pt x="11973446" y="4270895"/>
                </a:lnTo>
                <a:lnTo>
                  <a:pt x="11967350" y="4224363"/>
                </a:lnTo>
                <a:lnTo>
                  <a:pt x="11958980" y="4178757"/>
                </a:lnTo>
                <a:lnTo>
                  <a:pt x="11948312" y="4134218"/>
                </a:lnTo>
                <a:lnTo>
                  <a:pt x="11935333" y="4090924"/>
                </a:lnTo>
                <a:lnTo>
                  <a:pt x="11903507" y="4035221"/>
                </a:lnTo>
                <a:lnTo>
                  <a:pt x="11869649" y="3979938"/>
                </a:lnTo>
                <a:lnTo>
                  <a:pt x="11834216" y="3925481"/>
                </a:lnTo>
                <a:lnTo>
                  <a:pt x="11797703" y="3872230"/>
                </a:lnTo>
                <a:lnTo>
                  <a:pt x="11760581" y="3820579"/>
                </a:lnTo>
                <a:lnTo>
                  <a:pt x="11723332" y="3770909"/>
                </a:lnTo>
                <a:lnTo>
                  <a:pt x="11686426" y="3723589"/>
                </a:lnTo>
                <a:lnTo>
                  <a:pt x="11650358" y="3679037"/>
                </a:lnTo>
                <a:lnTo>
                  <a:pt x="11615611" y="3637610"/>
                </a:lnTo>
                <a:lnTo>
                  <a:pt x="11582641" y="3599700"/>
                </a:lnTo>
                <a:lnTo>
                  <a:pt x="11551945" y="3565702"/>
                </a:lnTo>
                <a:lnTo>
                  <a:pt x="11524005" y="3535997"/>
                </a:lnTo>
                <a:lnTo>
                  <a:pt x="11478298" y="3491014"/>
                </a:lnTo>
                <a:lnTo>
                  <a:pt x="11461496" y="3476498"/>
                </a:lnTo>
                <a:lnTo>
                  <a:pt x="11510658" y="3439757"/>
                </a:lnTo>
                <a:lnTo>
                  <a:pt x="11556911" y="3406127"/>
                </a:lnTo>
                <a:lnTo>
                  <a:pt x="11681689" y="3317405"/>
                </a:lnTo>
                <a:lnTo>
                  <a:pt x="11719738" y="3289668"/>
                </a:lnTo>
                <a:lnTo>
                  <a:pt x="11756606" y="3261728"/>
                </a:lnTo>
                <a:lnTo>
                  <a:pt x="11792610" y="3232937"/>
                </a:lnTo>
                <a:lnTo>
                  <a:pt x="11828107" y="3202622"/>
                </a:lnTo>
                <a:lnTo>
                  <a:pt x="11863426" y="3170123"/>
                </a:lnTo>
                <a:lnTo>
                  <a:pt x="11898922" y="3134766"/>
                </a:lnTo>
                <a:lnTo>
                  <a:pt x="11934914" y="3095891"/>
                </a:lnTo>
                <a:lnTo>
                  <a:pt x="11971782" y="3052826"/>
                </a:lnTo>
                <a:lnTo>
                  <a:pt x="12006275" y="3007563"/>
                </a:lnTo>
                <a:lnTo>
                  <a:pt x="12037987" y="2962656"/>
                </a:lnTo>
                <a:lnTo>
                  <a:pt x="12066943" y="2918015"/>
                </a:lnTo>
                <a:lnTo>
                  <a:pt x="12093207" y="2873552"/>
                </a:lnTo>
                <a:lnTo>
                  <a:pt x="12116816" y="2829179"/>
                </a:lnTo>
                <a:lnTo>
                  <a:pt x="12137835" y="2784792"/>
                </a:lnTo>
                <a:lnTo>
                  <a:pt x="12156300" y="2740291"/>
                </a:lnTo>
                <a:lnTo>
                  <a:pt x="12172264" y="2695575"/>
                </a:lnTo>
                <a:lnTo>
                  <a:pt x="12185777" y="2650566"/>
                </a:lnTo>
                <a:lnTo>
                  <a:pt x="12192000" y="2625191"/>
                </a:lnTo>
                <a:lnTo>
                  <a:pt x="12192000" y="2224925"/>
                </a:lnTo>
                <a:close/>
              </a:path>
            </a:pathLst>
          </a:custGeom>
          <a:solidFill>
            <a:srgbClr val="F7F5F0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765040" y="100025"/>
            <a:ext cx="225869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0">
                <a:latin typeface="Microsoft Sans Serif"/>
                <a:cs typeface="Microsoft Sans Serif"/>
              </a:rPr>
              <a:t>Contexto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0537" y="721055"/>
            <a:ext cx="10548620" cy="557212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1460"/>
              </a:spcBef>
            </a:pPr>
            <a:r>
              <a:rPr dirty="0" u="sng" sz="2000" b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Arial"/>
                <a:cs typeface="Arial"/>
              </a:rPr>
              <a:t>Situación</a:t>
            </a:r>
            <a:r>
              <a:rPr dirty="0" u="sng" sz="2000" spc="-75" b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000" spc="-10" b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Arial"/>
                <a:cs typeface="Arial"/>
              </a:rPr>
              <a:t>actual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Actualmente</a:t>
            </a:r>
            <a:r>
              <a:rPr dirty="0" sz="1800" spc="-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existen</a:t>
            </a:r>
            <a:r>
              <a:rPr dirty="0" sz="1800" spc="-3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herramientas</a:t>
            </a:r>
            <a:r>
              <a:rPr dirty="0" sz="1800" spc="-3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profesionales</a:t>
            </a:r>
            <a:r>
              <a:rPr dirty="0" sz="1800" spc="-5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como:</a:t>
            </a:r>
            <a:endParaRPr sz="18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1225"/>
              </a:spcBef>
              <a:buChar char="-"/>
              <a:tabLst>
                <a:tab pos="152400" algn="l"/>
              </a:tabLst>
            </a:pP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AutoCAD</a:t>
            </a:r>
            <a:endParaRPr sz="1800">
              <a:latin typeface="Arial"/>
              <a:cs typeface="Arial"/>
            </a:endParaRPr>
          </a:p>
          <a:p>
            <a:pPr marL="151765" indent="-139065">
              <a:lnSpc>
                <a:spcPct val="100000"/>
              </a:lnSpc>
              <a:spcBef>
                <a:spcPts val="220"/>
              </a:spcBef>
              <a:buChar char="-"/>
              <a:tabLst>
                <a:tab pos="151765" algn="l"/>
              </a:tabLst>
            </a:pP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SketchUp</a:t>
            </a:r>
            <a:endParaRPr sz="1800">
              <a:latin typeface="Arial"/>
              <a:cs typeface="Arial"/>
            </a:endParaRPr>
          </a:p>
          <a:p>
            <a:pPr marL="152400" indent="-139700">
              <a:lnSpc>
                <a:spcPct val="100000"/>
              </a:lnSpc>
              <a:spcBef>
                <a:spcPts val="215"/>
              </a:spcBef>
              <a:buChar char="-"/>
              <a:tabLst>
                <a:tab pos="152400" algn="l"/>
              </a:tabLst>
            </a:pP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SolidWorks</a:t>
            </a:r>
            <a:endParaRPr sz="1800">
              <a:latin typeface="Arial"/>
              <a:cs typeface="Arial"/>
            </a:endParaRPr>
          </a:p>
          <a:p>
            <a:pPr marL="109855">
              <a:lnSpc>
                <a:spcPct val="100000"/>
              </a:lnSpc>
              <a:spcBef>
                <a:spcPts val="1205"/>
              </a:spcBef>
            </a:pP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Sin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embargo: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Poseen</a:t>
            </a:r>
            <a:r>
              <a:rPr dirty="0" sz="1800" spc="-3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una</a:t>
            </a:r>
            <a:r>
              <a:rPr dirty="0" sz="1800" spc="-2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curva de</a:t>
            </a:r>
            <a:r>
              <a:rPr dirty="0" sz="1800" spc="-2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aprendizaje</a:t>
            </a:r>
            <a:r>
              <a:rPr dirty="0" sz="1800" spc="-6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elevada.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Requieren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conocimientos</a:t>
            </a:r>
            <a:r>
              <a:rPr dirty="0" sz="1800" spc="-5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demasiado</a:t>
            </a:r>
            <a:r>
              <a:rPr dirty="0" sz="1800" spc="-6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técnicos</a:t>
            </a:r>
            <a:r>
              <a:rPr dirty="0" sz="1800" spc="-3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y</a:t>
            </a:r>
            <a:r>
              <a:rPr dirty="0" sz="1800" spc="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avanzados.</a:t>
            </a:r>
            <a:endParaRPr sz="1800">
              <a:latin typeface="Arial"/>
              <a:cs typeface="Arial"/>
            </a:endParaRPr>
          </a:p>
          <a:p>
            <a:pPr marL="12700" marR="4788535">
              <a:lnSpc>
                <a:spcPts val="3390"/>
              </a:lnSpc>
              <a:spcBef>
                <a:spcPts val="290"/>
              </a:spcBef>
            </a:pP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Algunas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tienen</a:t>
            </a:r>
            <a:r>
              <a:rPr dirty="0" sz="1800" spc="-5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costos</a:t>
            </a:r>
            <a:r>
              <a:rPr dirty="0" sz="1800" spc="-2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elevados</a:t>
            </a:r>
            <a:r>
              <a:rPr dirty="0" sz="1800" spc="-3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o</a:t>
            </a:r>
            <a:r>
              <a:rPr dirty="0" sz="1800" spc="-3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muy</a:t>
            </a:r>
            <a:r>
              <a:rPr dirty="0" sz="1800" spc="-3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elevados.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Son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excesivas</a:t>
            </a:r>
            <a:r>
              <a:rPr dirty="0" sz="1800" spc="-5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para</a:t>
            </a:r>
            <a:r>
              <a:rPr dirty="0" sz="1800" spc="-3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proyectos</a:t>
            </a:r>
            <a:r>
              <a:rPr dirty="0" sz="1800" spc="4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simples</a:t>
            </a:r>
            <a:r>
              <a:rPr dirty="0" sz="1800" spc="-5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de</a:t>
            </a:r>
            <a:r>
              <a:rPr dirty="0" sz="1800" spc="-2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mobiliario.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Oportunidad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10100"/>
              </a:lnSpc>
              <a:spcBef>
                <a:spcPts val="985"/>
              </a:spcBef>
            </a:pP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Existe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un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segmento</a:t>
            </a:r>
            <a:r>
              <a:rPr dirty="0" sz="1800" spc="-4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de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usuarios</a:t>
            </a:r>
            <a:r>
              <a:rPr dirty="0" sz="1800" spc="-4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(mueblistas)</a:t>
            </a:r>
            <a:r>
              <a:rPr dirty="0" sz="1800" spc="-7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que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necesita</a:t>
            </a:r>
            <a:r>
              <a:rPr dirty="0" sz="1800" spc="-6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una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herramienta</a:t>
            </a:r>
            <a:r>
              <a:rPr dirty="0" sz="1800" spc="-3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sencilla</a:t>
            </a:r>
            <a:r>
              <a:rPr dirty="0" sz="1800" spc="-6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para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diseñar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muebles</a:t>
            </a:r>
            <a:r>
              <a:rPr dirty="0" sz="1800" spc="-4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de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manera</a:t>
            </a:r>
            <a:r>
              <a:rPr dirty="0" sz="1800" spc="-2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rápida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y</a:t>
            </a:r>
            <a:r>
              <a:rPr dirty="0" sz="1800" spc="-2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visual.</a:t>
            </a:r>
            <a:r>
              <a:rPr dirty="0" sz="1800" spc="-2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Es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más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necesitan</a:t>
            </a:r>
            <a:r>
              <a:rPr dirty="0" sz="1800" spc="-7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cubicaciones</a:t>
            </a:r>
            <a:r>
              <a:rPr dirty="0" sz="1800" spc="-6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para</a:t>
            </a:r>
            <a:r>
              <a:rPr dirty="0" sz="1800" spc="-20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ir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a</a:t>
            </a:r>
            <a:r>
              <a:rPr dirty="0" sz="1800" spc="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alguna</a:t>
            </a:r>
            <a:r>
              <a:rPr dirty="0" sz="1800" spc="-4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ferretería</a:t>
            </a:r>
            <a:r>
              <a:rPr dirty="0" sz="1800" spc="-1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2C3430"/>
                </a:solidFill>
                <a:latin typeface="Arial"/>
                <a:cs typeface="Arial"/>
              </a:rPr>
              <a:t>y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comprar</a:t>
            </a:r>
            <a:r>
              <a:rPr dirty="0" sz="1800" spc="-25" b="1">
                <a:solidFill>
                  <a:srgbClr val="2C343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C3430"/>
                </a:solidFill>
                <a:latin typeface="Arial"/>
                <a:cs typeface="Arial"/>
              </a:rPr>
              <a:t>los</a:t>
            </a:r>
            <a:r>
              <a:rPr dirty="0" sz="1800" spc="-10" b="1">
                <a:solidFill>
                  <a:srgbClr val="2C3430"/>
                </a:solidFill>
                <a:latin typeface="Arial"/>
                <a:cs typeface="Arial"/>
              </a:rPr>
              <a:t> materiales.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C17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594" y="207263"/>
            <a:ext cx="11989435" cy="6650990"/>
          </a:xfrm>
          <a:custGeom>
            <a:avLst/>
            <a:gdLst/>
            <a:ahLst/>
            <a:cxnLst/>
            <a:rect l="l" t="t" r="r" b="b"/>
            <a:pathLst>
              <a:path w="11989435" h="6650990">
                <a:moveTo>
                  <a:pt x="0" y="0"/>
                </a:moveTo>
                <a:lnTo>
                  <a:pt x="13049" y="334233"/>
                </a:lnTo>
                <a:lnTo>
                  <a:pt x="22178" y="596719"/>
                </a:lnTo>
                <a:lnTo>
                  <a:pt x="28403" y="804132"/>
                </a:lnTo>
                <a:lnTo>
                  <a:pt x="38834" y="1226685"/>
                </a:lnTo>
                <a:lnTo>
                  <a:pt x="44563" y="1416557"/>
                </a:lnTo>
                <a:lnTo>
                  <a:pt x="53322" y="1454555"/>
                </a:lnTo>
                <a:lnTo>
                  <a:pt x="61892" y="1493236"/>
                </a:lnTo>
                <a:lnTo>
                  <a:pt x="70311" y="1532575"/>
                </a:lnTo>
                <a:lnTo>
                  <a:pt x="86867" y="1613112"/>
                </a:lnTo>
                <a:lnTo>
                  <a:pt x="146124" y="1911657"/>
                </a:lnTo>
                <a:lnTo>
                  <a:pt x="164781" y="2000812"/>
                </a:lnTo>
                <a:lnTo>
                  <a:pt x="174602" y="2045896"/>
                </a:lnTo>
                <a:lnTo>
                  <a:pt x="184806" y="2091280"/>
                </a:lnTo>
                <a:lnTo>
                  <a:pt x="195434" y="2136937"/>
                </a:lnTo>
                <a:lnTo>
                  <a:pt x="206526" y="2182841"/>
                </a:lnTo>
                <a:lnTo>
                  <a:pt x="218124" y="2228962"/>
                </a:lnTo>
                <a:lnTo>
                  <a:pt x="230268" y="2275275"/>
                </a:lnTo>
                <a:lnTo>
                  <a:pt x="243000" y="2321751"/>
                </a:lnTo>
                <a:lnTo>
                  <a:pt x="256360" y="2368364"/>
                </a:lnTo>
                <a:lnTo>
                  <a:pt x="270390" y="2415086"/>
                </a:lnTo>
                <a:lnTo>
                  <a:pt x="285130" y="2461889"/>
                </a:lnTo>
                <a:lnTo>
                  <a:pt x="300621" y="2508746"/>
                </a:lnTo>
                <a:lnTo>
                  <a:pt x="316905" y="2555630"/>
                </a:lnTo>
                <a:lnTo>
                  <a:pt x="334021" y="2602513"/>
                </a:lnTo>
                <a:lnTo>
                  <a:pt x="352012" y="2649368"/>
                </a:lnTo>
                <a:lnTo>
                  <a:pt x="370918" y="2696168"/>
                </a:lnTo>
                <a:lnTo>
                  <a:pt x="390779" y="2742884"/>
                </a:lnTo>
                <a:lnTo>
                  <a:pt x="411637" y="2789491"/>
                </a:lnTo>
                <a:lnTo>
                  <a:pt x="433534" y="2835959"/>
                </a:lnTo>
                <a:lnTo>
                  <a:pt x="456508" y="2882263"/>
                </a:lnTo>
                <a:lnTo>
                  <a:pt x="480603" y="2928374"/>
                </a:lnTo>
                <a:lnTo>
                  <a:pt x="505858" y="2974265"/>
                </a:lnTo>
                <a:lnTo>
                  <a:pt x="532314" y="3019909"/>
                </a:lnTo>
                <a:lnTo>
                  <a:pt x="560013" y="3065278"/>
                </a:lnTo>
                <a:lnTo>
                  <a:pt x="588996" y="3110345"/>
                </a:lnTo>
                <a:lnTo>
                  <a:pt x="619302" y="3155082"/>
                </a:lnTo>
                <a:lnTo>
                  <a:pt x="650974" y="3199463"/>
                </a:lnTo>
                <a:lnTo>
                  <a:pt x="684052" y="3243459"/>
                </a:lnTo>
                <a:lnTo>
                  <a:pt x="718578" y="3287044"/>
                </a:lnTo>
                <a:lnTo>
                  <a:pt x="754591" y="3330190"/>
                </a:lnTo>
                <a:lnTo>
                  <a:pt x="792133" y="3372869"/>
                </a:lnTo>
                <a:lnTo>
                  <a:pt x="831245" y="3415054"/>
                </a:lnTo>
                <a:lnTo>
                  <a:pt x="871968" y="3456718"/>
                </a:lnTo>
                <a:lnTo>
                  <a:pt x="914343" y="3497833"/>
                </a:lnTo>
                <a:lnTo>
                  <a:pt x="949984" y="3523549"/>
                </a:lnTo>
                <a:lnTo>
                  <a:pt x="986652" y="3549133"/>
                </a:lnTo>
                <a:lnTo>
                  <a:pt x="1024317" y="3574578"/>
                </a:lnTo>
                <a:lnTo>
                  <a:pt x="1062946" y="3599877"/>
                </a:lnTo>
                <a:lnTo>
                  <a:pt x="1102507" y="3625024"/>
                </a:lnTo>
                <a:lnTo>
                  <a:pt x="1142969" y="3650011"/>
                </a:lnTo>
                <a:lnTo>
                  <a:pt x="1184298" y="3674832"/>
                </a:lnTo>
                <a:lnTo>
                  <a:pt x="1226463" y="3699480"/>
                </a:lnTo>
                <a:lnTo>
                  <a:pt x="1269433" y="3723947"/>
                </a:lnTo>
                <a:lnTo>
                  <a:pt x="1313174" y="3748227"/>
                </a:lnTo>
                <a:lnTo>
                  <a:pt x="1357656" y="3772312"/>
                </a:lnTo>
                <a:lnTo>
                  <a:pt x="1402845" y="3796197"/>
                </a:lnTo>
                <a:lnTo>
                  <a:pt x="1448711" y="3819873"/>
                </a:lnTo>
                <a:lnTo>
                  <a:pt x="1495221" y="3843334"/>
                </a:lnTo>
                <a:lnTo>
                  <a:pt x="1542343" y="3866574"/>
                </a:lnTo>
                <a:lnTo>
                  <a:pt x="1590044" y="3889584"/>
                </a:lnTo>
                <a:lnTo>
                  <a:pt x="1638294" y="3912358"/>
                </a:lnTo>
                <a:lnTo>
                  <a:pt x="1687060" y="3934890"/>
                </a:lnTo>
                <a:lnTo>
                  <a:pt x="1736309" y="3957172"/>
                </a:lnTo>
                <a:lnTo>
                  <a:pt x="1786011" y="3979197"/>
                </a:lnTo>
                <a:lnTo>
                  <a:pt x="1836133" y="4000958"/>
                </a:lnTo>
                <a:lnTo>
                  <a:pt x="1886642" y="4022449"/>
                </a:lnTo>
                <a:lnTo>
                  <a:pt x="1937508" y="4043663"/>
                </a:lnTo>
                <a:lnTo>
                  <a:pt x="1988697" y="4064592"/>
                </a:lnTo>
                <a:lnTo>
                  <a:pt x="2040178" y="4085229"/>
                </a:lnTo>
                <a:lnTo>
                  <a:pt x="2091920" y="4105568"/>
                </a:lnTo>
                <a:lnTo>
                  <a:pt x="2143889" y="4125602"/>
                </a:lnTo>
                <a:lnTo>
                  <a:pt x="2196054" y="4145323"/>
                </a:lnTo>
                <a:lnTo>
                  <a:pt x="2248383" y="4164726"/>
                </a:lnTo>
                <a:lnTo>
                  <a:pt x="2300844" y="4183802"/>
                </a:lnTo>
                <a:lnTo>
                  <a:pt x="2353405" y="4202545"/>
                </a:lnTo>
                <a:lnTo>
                  <a:pt x="2406033" y="4220948"/>
                </a:lnTo>
                <a:lnTo>
                  <a:pt x="2458698" y="4239005"/>
                </a:lnTo>
                <a:lnTo>
                  <a:pt x="2511366" y="4256707"/>
                </a:lnTo>
                <a:lnTo>
                  <a:pt x="2564006" y="4274048"/>
                </a:lnTo>
                <a:lnTo>
                  <a:pt x="2616586" y="4291022"/>
                </a:lnTo>
                <a:lnTo>
                  <a:pt x="2669074" y="4307621"/>
                </a:lnTo>
                <a:lnTo>
                  <a:pt x="2721437" y="4323838"/>
                </a:lnTo>
                <a:lnTo>
                  <a:pt x="2773645" y="4339667"/>
                </a:lnTo>
                <a:lnTo>
                  <a:pt x="2825664" y="4355100"/>
                </a:lnTo>
                <a:lnTo>
                  <a:pt x="2877463" y="4370130"/>
                </a:lnTo>
                <a:lnTo>
                  <a:pt x="2929009" y="4384752"/>
                </a:lnTo>
                <a:lnTo>
                  <a:pt x="2980272" y="4398956"/>
                </a:lnTo>
                <a:lnTo>
                  <a:pt x="3031218" y="4412738"/>
                </a:lnTo>
                <a:lnTo>
                  <a:pt x="3081816" y="4426089"/>
                </a:lnTo>
                <a:lnTo>
                  <a:pt x="3132034" y="4439003"/>
                </a:lnTo>
                <a:lnTo>
                  <a:pt x="3181839" y="4451473"/>
                </a:lnTo>
                <a:lnTo>
                  <a:pt x="3231200" y="4463491"/>
                </a:lnTo>
                <a:lnTo>
                  <a:pt x="3280085" y="4475052"/>
                </a:lnTo>
                <a:lnTo>
                  <a:pt x="3328462" y="4486148"/>
                </a:lnTo>
                <a:lnTo>
                  <a:pt x="3376298" y="4496772"/>
                </a:lnTo>
                <a:lnTo>
                  <a:pt x="3423562" y="4506917"/>
                </a:lnTo>
                <a:lnTo>
                  <a:pt x="3470221" y="4516576"/>
                </a:lnTo>
                <a:lnTo>
                  <a:pt x="3516245" y="4525742"/>
                </a:lnTo>
                <a:lnTo>
                  <a:pt x="3561600" y="4534409"/>
                </a:lnTo>
                <a:lnTo>
                  <a:pt x="3606254" y="4542569"/>
                </a:lnTo>
                <a:lnTo>
                  <a:pt x="3650176" y="4550215"/>
                </a:lnTo>
                <a:lnTo>
                  <a:pt x="3693334" y="4557341"/>
                </a:lnTo>
                <a:lnTo>
                  <a:pt x="3735695" y="4563940"/>
                </a:lnTo>
                <a:lnTo>
                  <a:pt x="3777228" y="4570004"/>
                </a:lnTo>
                <a:lnTo>
                  <a:pt x="3817901" y="4575527"/>
                </a:lnTo>
                <a:lnTo>
                  <a:pt x="3857681" y="4580501"/>
                </a:lnTo>
                <a:lnTo>
                  <a:pt x="3896537" y="4584920"/>
                </a:lnTo>
                <a:lnTo>
                  <a:pt x="3971347" y="4592065"/>
                </a:lnTo>
                <a:lnTo>
                  <a:pt x="4014218" y="4587375"/>
                </a:lnTo>
                <a:lnTo>
                  <a:pt x="4057793" y="4581586"/>
                </a:lnTo>
                <a:lnTo>
                  <a:pt x="4102029" y="4574723"/>
                </a:lnTo>
                <a:lnTo>
                  <a:pt x="4146887" y="4566813"/>
                </a:lnTo>
                <a:lnTo>
                  <a:pt x="4192325" y="4557882"/>
                </a:lnTo>
                <a:lnTo>
                  <a:pt x="4238301" y="4547957"/>
                </a:lnTo>
                <a:lnTo>
                  <a:pt x="4284775" y="4537063"/>
                </a:lnTo>
                <a:lnTo>
                  <a:pt x="4331704" y="4525228"/>
                </a:lnTo>
                <a:lnTo>
                  <a:pt x="4379048" y="4512477"/>
                </a:lnTo>
                <a:lnTo>
                  <a:pt x="4426765" y="4498836"/>
                </a:lnTo>
                <a:lnTo>
                  <a:pt x="4474815" y="4484333"/>
                </a:lnTo>
                <a:lnTo>
                  <a:pt x="4523155" y="4468992"/>
                </a:lnTo>
                <a:lnTo>
                  <a:pt x="4571745" y="4452841"/>
                </a:lnTo>
                <a:lnTo>
                  <a:pt x="4620543" y="4435906"/>
                </a:lnTo>
                <a:lnTo>
                  <a:pt x="4669508" y="4418213"/>
                </a:lnTo>
                <a:lnTo>
                  <a:pt x="4718599" y="4399787"/>
                </a:lnTo>
                <a:lnTo>
                  <a:pt x="4767775" y="4380657"/>
                </a:lnTo>
                <a:lnTo>
                  <a:pt x="4816993" y="4360847"/>
                </a:lnTo>
                <a:lnTo>
                  <a:pt x="4866214" y="4340385"/>
                </a:lnTo>
                <a:lnTo>
                  <a:pt x="4915395" y="4319296"/>
                </a:lnTo>
                <a:lnTo>
                  <a:pt x="4964496" y="4297606"/>
                </a:lnTo>
                <a:lnTo>
                  <a:pt x="5013474" y="4275343"/>
                </a:lnTo>
                <a:lnTo>
                  <a:pt x="5062290" y="4252532"/>
                </a:lnTo>
                <a:lnTo>
                  <a:pt x="5110900" y="4229199"/>
                </a:lnTo>
                <a:lnTo>
                  <a:pt x="5159266" y="4205371"/>
                </a:lnTo>
                <a:lnTo>
                  <a:pt x="5207344" y="4181074"/>
                </a:lnTo>
                <a:lnTo>
                  <a:pt x="5255093" y="4156334"/>
                </a:lnTo>
                <a:lnTo>
                  <a:pt x="5302474" y="4131178"/>
                </a:lnTo>
                <a:lnTo>
                  <a:pt x="5349443" y="4105632"/>
                </a:lnTo>
                <a:lnTo>
                  <a:pt x="5395960" y="4079722"/>
                </a:lnTo>
                <a:lnTo>
                  <a:pt x="5441984" y="4053474"/>
                </a:lnTo>
                <a:lnTo>
                  <a:pt x="5487473" y="4026915"/>
                </a:lnTo>
                <a:lnTo>
                  <a:pt x="5730551" y="3872103"/>
                </a:lnTo>
                <a:lnTo>
                  <a:pt x="5688307" y="3917217"/>
                </a:lnTo>
                <a:lnTo>
                  <a:pt x="5650367" y="3959290"/>
                </a:lnTo>
                <a:lnTo>
                  <a:pt x="5614346" y="4000658"/>
                </a:lnTo>
                <a:lnTo>
                  <a:pt x="5580273" y="4041243"/>
                </a:lnTo>
                <a:lnTo>
                  <a:pt x="5548175" y="4080967"/>
                </a:lnTo>
                <a:lnTo>
                  <a:pt x="5518080" y="4119753"/>
                </a:lnTo>
                <a:lnTo>
                  <a:pt x="5481321" y="4179574"/>
                </a:lnTo>
                <a:lnTo>
                  <a:pt x="5446032" y="4238052"/>
                </a:lnTo>
                <a:lnTo>
                  <a:pt x="5412187" y="4295240"/>
                </a:lnTo>
                <a:lnTo>
                  <a:pt x="5379757" y="4351192"/>
                </a:lnTo>
                <a:lnTo>
                  <a:pt x="5348715" y="4405962"/>
                </a:lnTo>
                <a:lnTo>
                  <a:pt x="5319033" y="4459603"/>
                </a:lnTo>
                <a:lnTo>
                  <a:pt x="5290684" y="4512169"/>
                </a:lnTo>
                <a:lnTo>
                  <a:pt x="5263640" y="4563713"/>
                </a:lnTo>
                <a:lnTo>
                  <a:pt x="5237874" y="4614289"/>
                </a:lnTo>
                <a:lnTo>
                  <a:pt x="5213357" y="4663950"/>
                </a:lnTo>
                <a:lnTo>
                  <a:pt x="5190062" y="4712750"/>
                </a:lnTo>
                <a:lnTo>
                  <a:pt x="5167962" y="4760742"/>
                </a:lnTo>
                <a:lnTo>
                  <a:pt x="5147029" y="4807981"/>
                </a:lnTo>
                <a:lnTo>
                  <a:pt x="5127235" y="4854519"/>
                </a:lnTo>
                <a:lnTo>
                  <a:pt x="5108552" y="4900411"/>
                </a:lnTo>
                <a:lnTo>
                  <a:pt x="5090954" y="4945709"/>
                </a:lnTo>
                <a:lnTo>
                  <a:pt x="5074412" y="4990468"/>
                </a:lnTo>
                <a:lnTo>
                  <a:pt x="5058898" y="5034741"/>
                </a:lnTo>
                <a:lnTo>
                  <a:pt x="5044386" y="5078581"/>
                </a:lnTo>
                <a:lnTo>
                  <a:pt x="5030847" y="5122043"/>
                </a:lnTo>
                <a:lnTo>
                  <a:pt x="5018254" y="5165179"/>
                </a:lnTo>
                <a:lnTo>
                  <a:pt x="5006579" y="5208043"/>
                </a:lnTo>
                <a:lnTo>
                  <a:pt x="4995795" y="5250689"/>
                </a:lnTo>
                <a:lnTo>
                  <a:pt x="4985873" y="5293171"/>
                </a:lnTo>
                <a:lnTo>
                  <a:pt x="4976787" y="5335541"/>
                </a:lnTo>
                <a:lnTo>
                  <a:pt x="4968509" y="5377854"/>
                </a:lnTo>
                <a:lnTo>
                  <a:pt x="4961011" y="5420163"/>
                </a:lnTo>
                <a:lnTo>
                  <a:pt x="4954265" y="5462522"/>
                </a:lnTo>
                <a:lnTo>
                  <a:pt x="4948243" y="5504984"/>
                </a:lnTo>
                <a:lnTo>
                  <a:pt x="4942919" y="5547602"/>
                </a:lnTo>
                <a:lnTo>
                  <a:pt x="4938265" y="5590432"/>
                </a:lnTo>
                <a:lnTo>
                  <a:pt x="4934252" y="5633525"/>
                </a:lnTo>
                <a:lnTo>
                  <a:pt x="4930854" y="5676935"/>
                </a:lnTo>
                <a:lnTo>
                  <a:pt x="4928042" y="5720717"/>
                </a:lnTo>
                <a:lnTo>
                  <a:pt x="4925789" y="5764923"/>
                </a:lnTo>
                <a:lnTo>
                  <a:pt x="4924068" y="5809608"/>
                </a:lnTo>
                <a:lnTo>
                  <a:pt x="4922850" y="5854824"/>
                </a:lnTo>
                <a:lnTo>
                  <a:pt x="4922108" y="5900626"/>
                </a:lnTo>
                <a:lnTo>
                  <a:pt x="4921815" y="5947067"/>
                </a:lnTo>
                <a:lnTo>
                  <a:pt x="4922599" y="5993195"/>
                </a:lnTo>
                <a:lnTo>
                  <a:pt x="4925052" y="6040301"/>
                </a:lnTo>
                <a:lnTo>
                  <a:pt x="4929100" y="6088305"/>
                </a:lnTo>
                <a:lnTo>
                  <a:pt x="4934666" y="6137128"/>
                </a:lnTo>
                <a:lnTo>
                  <a:pt x="4941675" y="6186690"/>
                </a:lnTo>
                <a:lnTo>
                  <a:pt x="4950052" y="6236912"/>
                </a:lnTo>
                <a:lnTo>
                  <a:pt x="4959721" y="6287715"/>
                </a:lnTo>
                <a:lnTo>
                  <a:pt x="4970608" y="6339018"/>
                </a:lnTo>
                <a:lnTo>
                  <a:pt x="4982635" y="6390744"/>
                </a:lnTo>
                <a:lnTo>
                  <a:pt x="4995729" y="6442811"/>
                </a:lnTo>
                <a:lnTo>
                  <a:pt x="5058213" y="6650735"/>
                </a:lnTo>
                <a:lnTo>
                  <a:pt x="6704006" y="6650735"/>
                </a:lnTo>
                <a:lnTo>
                  <a:pt x="6685595" y="6588314"/>
                </a:lnTo>
                <a:lnTo>
                  <a:pt x="6671048" y="6532159"/>
                </a:lnTo>
                <a:lnTo>
                  <a:pt x="6658660" y="6476864"/>
                </a:lnTo>
                <a:lnTo>
                  <a:pt x="6648376" y="6422417"/>
                </a:lnTo>
                <a:lnTo>
                  <a:pt x="6640139" y="6368807"/>
                </a:lnTo>
                <a:lnTo>
                  <a:pt x="6633894" y="6316022"/>
                </a:lnTo>
                <a:lnTo>
                  <a:pt x="6629586" y="6264052"/>
                </a:lnTo>
                <a:lnTo>
                  <a:pt x="6627159" y="6212885"/>
                </a:lnTo>
                <a:lnTo>
                  <a:pt x="6626557" y="6162509"/>
                </a:lnTo>
                <a:lnTo>
                  <a:pt x="6627725" y="6112914"/>
                </a:lnTo>
                <a:lnTo>
                  <a:pt x="6630607" y="6064088"/>
                </a:lnTo>
                <a:lnTo>
                  <a:pt x="6635148" y="6016020"/>
                </a:lnTo>
                <a:lnTo>
                  <a:pt x="6641292" y="5968698"/>
                </a:lnTo>
                <a:lnTo>
                  <a:pt x="6648984" y="5922112"/>
                </a:lnTo>
                <a:lnTo>
                  <a:pt x="6658168" y="5876251"/>
                </a:lnTo>
                <a:lnTo>
                  <a:pt x="6668789" y="5831101"/>
                </a:lnTo>
                <a:lnTo>
                  <a:pt x="6680790" y="5786654"/>
                </a:lnTo>
                <a:lnTo>
                  <a:pt x="6694117" y="5742897"/>
                </a:lnTo>
                <a:lnTo>
                  <a:pt x="6708714" y="5699818"/>
                </a:lnTo>
                <a:lnTo>
                  <a:pt x="6724524" y="5657408"/>
                </a:lnTo>
                <a:lnTo>
                  <a:pt x="6741494" y="5615654"/>
                </a:lnTo>
                <a:lnTo>
                  <a:pt x="6759567" y="5574545"/>
                </a:lnTo>
                <a:lnTo>
                  <a:pt x="6778688" y="5534071"/>
                </a:lnTo>
                <a:lnTo>
                  <a:pt x="6798800" y="5494218"/>
                </a:lnTo>
                <a:lnTo>
                  <a:pt x="6819849" y="5454978"/>
                </a:lnTo>
                <a:lnTo>
                  <a:pt x="6841780" y="5416337"/>
                </a:lnTo>
                <a:lnTo>
                  <a:pt x="6864535" y="5378285"/>
                </a:lnTo>
                <a:lnTo>
                  <a:pt x="6888060" y="5340811"/>
                </a:lnTo>
                <a:lnTo>
                  <a:pt x="6912300" y="5303903"/>
                </a:lnTo>
                <a:lnTo>
                  <a:pt x="6937198" y="5267550"/>
                </a:lnTo>
                <a:lnTo>
                  <a:pt x="6962700" y="5231741"/>
                </a:lnTo>
                <a:lnTo>
                  <a:pt x="6988749" y="5196465"/>
                </a:lnTo>
                <a:lnTo>
                  <a:pt x="7015291" y="5161710"/>
                </a:lnTo>
                <a:lnTo>
                  <a:pt x="7042268" y="5127464"/>
                </a:lnTo>
                <a:lnTo>
                  <a:pt x="7069627" y="5093718"/>
                </a:lnTo>
                <a:lnTo>
                  <a:pt x="7097311" y="5060459"/>
                </a:lnTo>
                <a:lnTo>
                  <a:pt x="7125265" y="5027675"/>
                </a:lnTo>
                <a:lnTo>
                  <a:pt x="7153434" y="4996155"/>
                </a:lnTo>
                <a:lnTo>
                  <a:pt x="7183233" y="4964974"/>
                </a:lnTo>
                <a:lnTo>
                  <a:pt x="7214595" y="4934153"/>
                </a:lnTo>
                <a:lnTo>
                  <a:pt x="7247454" y="4903710"/>
                </a:lnTo>
                <a:lnTo>
                  <a:pt x="7281743" y="4873667"/>
                </a:lnTo>
                <a:lnTo>
                  <a:pt x="7317396" y="4844043"/>
                </a:lnTo>
                <a:lnTo>
                  <a:pt x="7354346" y="4814858"/>
                </a:lnTo>
                <a:lnTo>
                  <a:pt x="7392526" y="4786132"/>
                </a:lnTo>
                <a:lnTo>
                  <a:pt x="7431869" y="4757885"/>
                </a:lnTo>
                <a:lnTo>
                  <a:pt x="7472310" y="4730137"/>
                </a:lnTo>
                <a:lnTo>
                  <a:pt x="7513782" y="4702909"/>
                </a:lnTo>
                <a:lnTo>
                  <a:pt x="7556217" y="4676219"/>
                </a:lnTo>
                <a:lnTo>
                  <a:pt x="7599550" y="4650089"/>
                </a:lnTo>
                <a:lnTo>
                  <a:pt x="7643713" y="4624538"/>
                </a:lnTo>
                <a:lnTo>
                  <a:pt x="7688641" y="4599585"/>
                </a:lnTo>
                <a:lnTo>
                  <a:pt x="7734266" y="4575252"/>
                </a:lnTo>
                <a:lnTo>
                  <a:pt x="7780522" y="4551558"/>
                </a:lnTo>
                <a:lnTo>
                  <a:pt x="7827342" y="4528522"/>
                </a:lnTo>
                <a:lnTo>
                  <a:pt x="7874661" y="4506166"/>
                </a:lnTo>
                <a:lnTo>
                  <a:pt x="7922410" y="4484508"/>
                </a:lnTo>
                <a:lnTo>
                  <a:pt x="7970524" y="4463570"/>
                </a:lnTo>
                <a:lnTo>
                  <a:pt x="8018935" y="4443370"/>
                </a:lnTo>
                <a:lnTo>
                  <a:pt x="8067578" y="4423929"/>
                </a:lnTo>
                <a:lnTo>
                  <a:pt x="8116386" y="4405268"/>
                </a:lnTo>
                <a:lnTo>
                  <a:pt x="8165292" y="4387405"/>
                </a:lnTo>
                <a:lnTo>
                  <a:pt x="8214229" y="4370360"/>
                </a:lnTo>
                <a:lnTo>
                  <a:pt x="8263132" y="4354155"/>
                </a:lnTo>
                <a:lnTo>
                  <a:pt x="8311932" y="4338808"/>
                </a:lnTo>
                <a:lnTo>
                  <a:pt x="8360565" y="4324341"/>
                </a:lnTo>
                <a:lnTo>
                  <a:pt x="8408962" y="4310772"/>
                </a:lnTo>
                <a:lnTo>
                  <a:pt x="8457058" y="4298121"/>
                </a:lnTo>
                <a:lnTo>
                  <a:pt x="8504786" y="4286410"/>
                </a:lnTo>
                <a:lnTo>
                  <a:pt x="8552079" y="4275657"/>
                </a:lnTo>
                <a:lnTo>
                  <a:pt x="8598871" y="4265883"/>
                </a:lnTo>
                <a:lnTo>
                  <a:pt x="8645095" y="4257108"/>
                </a:lnTo>
                <a:lnTo>
                  <a:pt x="8690685" y="4249351"/>
                </a:lnTo>
                <a:lnTo>
                  <a:pt x="8735574" y="4242633"/>
                </a:lnTo>
                <a:lnTo>
                  <a:pt x="8779694" y="4236973"/>
                </a:lnTo>
                <a:lnTo>
                  <a:pt x="8830833" y="4242262"/>
                </a:lnTo>
                <a:lnTo>
                  <a:pt x="8933797" y="4253308"/>
                </a:lnTo>
                <a:lnTo>
                  <a:pt x="8985460" y="4259216"/>
                </a:lnTo>
                <a:lnTo>
                  <a:pt x="9037138" y="4265480"/>
                </a:lnTo>
                <a:lnTo>
                  <a:pt x="9088751" y="4272175"/>
                </a:lnTo>
                <a:lnTo>
                  <a:pt x="9140217" y="4279377"/>
                </a:lnTo>
                <a:lnTo>
                  <a:pt x="9191457" y="4287160"/>
                </a:lnTo>
                <a:lnTo>
                  <a:pt x="9242391" y="4295599"/>
                </a:lnTo>
                <a:lnTo>
                  <a:pt x="9292938" y="4304769"/>
                </a:lnTo>
                <a:lnTo>
                  <a:pt x="9343019" y="4314745"/>
                </a:lnTo>
                <a:lnTo>
                  <a:pt x="9392552" y="4325602"/>
                </a:lnTo>
                <a:lnTo>
                  <a:pt x="9441458" y="4337415"/>
                </a:lnTo>
                <a:lnTo>
                  <a:pt x="9489656" y="4350258"/>
                </a:lnTo>
                <a:lnTo>
                  <a:pt x="9537067" y="4364207"/>
                </a:lnTo>
                <a:lnTo>
                  <a:pt x="9583609" y="4379336"/>
                </a:lnTo>
                <a:lnTo>
                  <a:pt x="9629203" y="4395721"/>
                </a:lnTo>
                <a:lnTo>
                  <a:pt x="9673769" y="4413437"/>
                </a:lnTo>
                <a:lnTo>
                  <a:pt x="9717227" y="4432558"/>
                </a:lnTo>
                <a:lnTo>
                  <a:pt x="9759495" y="4453159"/>
                </a:lnTo>
                <a:lnTo>
                  <a:pt x="9800494" y="4475315"/>
                </a:lnTo>
                <a:lnTo>
                  <a:pt x="9840144" y="4499102"/>
                </a:lnTo>
                <a:lnTo>
                  <a:pt x="9877538" y="4532380"/>
                </a:lnTo>
                <a:lnTo>
                  <a:pt x="9913504" y="4566090"/>
                </a:lnTo>
                <a:lnTo>
                  <a:pt x="9948172" y="4600233"/>
                </a:lnTo>
                <a:lnTo>
                  <a:pt x="9981672" y="4634814"/>
                </a:lnTo>
                <a:lnTo>
                  <a:pt x="10014131" y="4669835"/>
                </a:lnTo>
                <a:lnTo>
                  <a:pt x="10045678" y="4705300"/>
                </a:lnTo>
                <a:lnTo>
                  <a:pt x="10076442" y="4741211"/>
                </a:lnTo>
                <a:lnTo>
                  <a:pt x="10106553" y="4777572"/>
                </a:lnTo>
                <a:lnTo>
                  <a:pt x="10136139" y="4814386"/>
                </a:lnTo>
                <a:lnTo>
                  <a:pt x="10165328" y="4851656"/>
                </a:lnTo>
                <a:lnTo>
                  <a:pt x="10194250" y="4889385"/>
                </a:lnTo>
                <a:lnTo>
                  <a:pt x="10223033" y="4927576"/>
                </a:lnTo>
                <a:lnTo>
                  <a:pt x="10251807" y="4966233"/>
                </a:lnTo>
                <a:lnTo>
                  <a:pt x="10339357" y="5085026"/>
                </a:lnTo>
                <a:lnTo>
                  <a:pt x="10400037" y="5166606"/>
                </a:lnTo>
                <a:lnTo>
                  <a:pt x="10431457" y="5208121"/>
                </a:lnTo>
                <a:lnTo>
                  <a:pt x="10463769" y="5250123"/>
                </a:lnTo>
                <a:lnTo>
                  <a:pt x="10497102" y="5292616"/>
                </a:lnTo>
                <a:lnTo>
                  <a:pt x="10531585" y="5335602"/>
                </a:lnTo>
                <a:lnTo>
                  <a:pt x="10567346" y="5379084"/>
                </a:lnTo>
                <a:lnTo>
                  <a:pt x="11989365" y="4630038"/>
                </a:lnTo>
                <a:lnTo>
                  <a:pt x="11919603" y="4532916"/>
                </a:lnTo>
                <a:lnTo>
                  <a:pt x="11852531" y="4438419"/>
                </a:lnTo>
                <a:lnTo>
                  <a:pt x="11756528" y="4301542"/>
                </a:lnTo>
                <a:lnTo>
                  <a:pt x="11550483" y="4004431"/>
                </a:lnTo>
                <a:lnTo>
                  <a:pt x="11441453" y="3848327"/>
                </a:lnTo>
                <a:lnTo>
                  <a:pt x="11388660" y="3773922"/>
                </a:lnTo>
                <a:lnTo>
                  <a:pt x="11336746" y="3701914"/>
                </a:lnTo>
                <a:lnTo>
                  <a:pt x="11285510" y="3632278"/>
                </a:lnTo>
                <a:lnTo>
                  <a:pt x="11260084" y="3598342"/>
                </a:lnTo>
                <a:lnTo>
                  <a:pt x="11234752" y="3564989"/>
                </a:lnTo>
                <a:lnTo>
                  <a:pt x="11209489" y="3532216"/>
                </a:lnTo>
                <a:lnTo>
                  <a:pt x="11184269" y="3500021"/>
                </a:lnTo>
                <a:lnTo>
                  <a:pt x="11159068" y="3468399"/>
                </a:lnTo>
                <a:lnTo>
                  <a:pt x="11133861" y="3437349"/>
                </a:lnTo>
                <a:lnTo>
                  <a:pt x="11108622" y="3406866"/>
                </a:lnTo>
                <a:lnTo>
                  <a:pt x="11083327" y="3376947"/>
                </a:lnTo>
                <a:lnTo>
                  <a:pt x="11057949" y="3347590"/>
                </a:lnTo>
                <a:lnTo>
                  <a:pt x="11032464" y="3318791"/>
                </a:lnTo>
                <a:lnTo>
                  <a:pt x="11006847" y="3290547"/>
                </a:lnTo>
                <a:lnTo>
                  <a:pt x="10955116" y="3235711"/>
                </a:lnTo>
                <a:lnTo>
                  <a:pt x="10902555" y="3183057"/>
                </a:lnTo>
                <a:lnTo>
                  <a:pt x="10848961" y="3132559"/>
                </a:lnTo>
                <a:lnTo>
                  <a:pt x="10794134" y="3084193"/>
                </a:lnTo>
                <a:lnTo>
                  <a:pt x="10737873" y="3037932"/>
                </a:lnTo>
                <a:lnTo>
                  <a:pt x="10679976" y="2993752"/>
                </a:lnTo>
                <a:lnTo>
                  <a:pt x="10620243" y="2951627"/>
                </a:lnTo>
                <a:lnTo>
                  <a:pt x="10558472" y="2911531"/>
                </a:lnTo>
                <a:lnTo>
                  <a:pt x="10494462" y="2873440"/>
                </a:lnTo>
                <a:lnTo>
                  <a:pt x="10428011" y="2837328"/>
                </a:lnTo>
                <a:lnTo>
                  <a:pt x="10393808" y="2820006"/>
                </a:lnTo>
                <a:lnTo>
                  <a:pt x="10358919" y="2803170"/>
                </a:lnTo>
                <a:lnTo>
                  <a:pt x="10323320" y="2786815"/>
                </a:lnTo>
                <a:lnTo>
                  <a:pt x="10286985" y="2770940"/>
                </a:lnTo>
                <a:lnTo>
                  <a:pt x="10249889" y="2755540"/>
                </a:lnTo>
                <a:lnTo>
                  <a:pt x="10212007" y="2740613"/>
                </a:lnTo>
                <a:lnTo>
                  <a:pt x="10173313" y="2726155"/>
                </a:lnTo>
                <a:lnTo>
                  <a:pt x="10133783" y="2712163"/>
                </a:lnTo>
                <a:lnTo>
                  <a:pt x="10093392" y="2698635"/>
                </a:lnTo>
                <a:lnTo>
                  <a:pt x="10052114" y="2685566"/>
                </a:lnTo>
                <a:lnTo>
                  <a:pt x="10009923" y="2672954"/>
                </a:lnTo>
                <a:lnTo>
                  <a:pt x="9966796" y="2660795"/>
                </a:lnTo>
                <a:lnTo>
                  <a:pt x="9922707" y="2649087"/>
                </a:lnTo>
                <a:lnTo>
                  <a:pt x="9877631" y="2637827"/>
                </a:lnTo>
                <a:lnTo>
                  <a:pt x="9831542" y="2627010"/>
                </a:lnTo>
                <a:lnTo>
                  <a:pt x="9784415" y="2616634"/>
                </a:lnTo>
                <a:lnTo>
                  <a:pt x="9736226" y="2606696"/>
                </a:lnTo>
                <a:lnTo>
                  <a:pt x="9686949" y="2597192"/>
                </a:lnTo>
                <a:lnTo>
                  <a:pt x="9636559" y="2588120"/>
                </a:lnTo>
                <a:lnTo>
                  <a:pt x="9585030" y="2579476"/>
                </a:lnTo>
                <a:lnTo>
                  <a:pt x="9532338" y="2571257"/>
                </a:lnTo>
                <a:lnTo>
                  <a:pt x="9478458" y="2563460"/>
                </a:lnTo>
                <a:lnTo>
                  <a:pt x="9423364" y="2556081"/>
                </a:lnTo>
                <a:lnTo>
                  <a:pt x="9367031" y="2549118"/>
                </a:lnTo>
                <a:lnTo>
                  <a:pt x="9309435" y="2542568"/>
                </a:lnTo>
                <a:lnTo>
                  <a:pt x="9250549" y="2536426"/>
                </a:lnTo>
                <a:lnTo>
                  <a:pt x="9190349" y="2530691"/>
                </a:lnTo>
                <a:lnTo>
                  <a:pt x="9128809" y="2525358"/>
                </a:lnTo>
                <a:lnTo>
                  <a:pt x="9065905" y="2520426"/>
                </a:lnTo>
                <a:lnTo>
                  <a:pt x="9001612" y="2515889"/>
                </a:lnTo>
                <a:lnTo>
                  <a:pt x="8935903" y="2511746"/>
                </a:lnTo>
                <a:lnTo>
                  <a:pt x="8868755" y="2507993"/>
                </a:lnTo>
                <a:lnTo>
                  <a:pt x="8800141" y="2504628"/>
                </a:lnTo>
                <a:lnTo>
                  <a:pt x="8730037" y="2501645"/>
                </a:lnTo>
                <a:lnTo>
                  <a:pt x="8676111" y="2502201"/>
                </a:lnTo>
                <a:lnTo>
                  <a:pt x="8622406" y="2503607"/>
                </a:lnTo>
                <a:lnTo>
                  <a:pt x="8568929" y="2505851"/>
                </a:lnTo>
                <a:lnTo>
                  <a:pt x="8515686" y="2508917"/>
                </a:lnTo>
                <a:lnTo>
                  <a:pt x="8462682" y="2512791"/>
                </a:lnTo>
                <a:lnTo>
                  <a:pt x="8409922" y="2517459"/>
                </a:lnTo>
                <a:lnTo>
                  <a:pt x="8357412" y="2522906"/>
                </a:lnTo>
                <a:lnTo>
                  <a:pt x="8305158" y="2529118"/>
                </a:lnTo>
                <a:lnTo>
                  <a:pt x="8253165" y="2536080"/>
                </a:lnTo>
                <a:lnTo>
                  <a:pt x="8201439" y="2543777"/>
                </a:lnTo>
                <a:lnTo>
                  <a:pt x="8149985" y="2552196"/>
                </a:lnTo>
                <a:lnTo>
                  <a:pt x="8098809" y="2561321"/>
                </a:lnTo>
                <a:lnTo>
                  <a:pt x="8047916" y="2571138"/>
                </a:lnTo>
                <a:lnTo>
                  <a:pt x="7997313" y="2581634"/>
                </a:lnTo>
                <a:lnTo>
                  <a:pt x="7947004" y="2592792"/>
                </a:lnTo>
                <a:lnTo>
                  <a:pt x="7896995" y="2604599"/>
                </a:lnTo>
                <a:lnTo>
                  <a:pt x="7847291" y="2617041"/>
                </a:lnTo>
                <a:lnTo>
                  <a:pt x="7797899" y="2630102"/>
                </a:lnTo>
                <a:lnTo>
                  <a:pt x="7748824" y="2643769"/>
                </a:lnTo>
                <a:lnTo>
                  <a:pt x="7700071" y="2658027"/>
                </a:lnTo>
                <a:lnTo>
                  <a:pt x="7651646" y="2672861"/>
                </a:lnTo>
                <a:lnTo>
                  <a:pt x="7603555" y="2688256"/>
                </a:lnTo>
                <a:lnTo>
                  <a:pt x="7555802" y="2704200"/>
                </a:lnTo>
                <a:lnTo>
                  <a:pt x="7508395" y="2720676"/>
                </a:lnTo>
                <a:lnTo>
                  <a:pt x="7461337" y="2737671"/>
                </a:lnTo>
                <a:lnTo>
                  <a:pt x="7414635" y="2755169"/>
                </a:lnTo>
                <a:lnTo>
                  <a:pt x="7368294" y="2773157"/>
                </a:lnTo>
                <a:lnTo>
                  <a:pt x="7322320" y="2791621"/>
                </a:lnTo>
                <a:lnTo>
                  <a:pt x="7276719" y="2810544"/>
                </a:lnTo>
                <a:lnTo>
                  <a:pt x="7231495" y="2829914"/>
                </a:lnTo>
                <a:lnTo>
                  <a:pt x="7186655" y="2849715"/>
                </a:lnTo>
                <a:lnTo>
                  <a:pt x="7142204" y="2869934"/>
                </a:lnTo>
                <a:lnTo>
                  <a:pt x="7098148" y="2890555"/>
                </a:lnTo>
                <a:lnTo>
                  <a:pt x="7054492" y="2911564"/>
                </a:lnTo>
                <a:lnTo>
                  <a:pt x="7011241" y="2932947"/>
                </a:lnTo>
                <a:lnTo>
                  <a:pt x="6968402" y="2954689"/>
                </a:lnTo>
                <a:lnTo>
                  <a:pt x="6925980" y="2976775"/>
                </a:lnTo>
                <a:lnTo>
                  <a:pt x="6883980" y="2999192"/>
                </a:lnTo>
                <a:lnTo>
                  <a:pt x="6842409" y="3021925"/>
                </a:lnTo>
                <a:lnTo>
                  <a:pt x="6801270" y="3044959"/>
                </a:lnTo>
                <a:lnTo>
                  <a:pt x="6760571" y="3068279"/>
                </a:lnTo>
                <a:lnTo>
                  <a:pt x="6720317" y="3091872"/>
                </a:lnTo>
                <a:lnTo>
                  <a:pt x="6680513" y="3115723"/>
                </a:lnTo>
                <a:lnTo>
                  <a:pt x="6641164" y="3139817"/>
                </a:lnTo>
                <a:lnTo>
                  <a:pt x="6602277" y="3164140"/>
                </a:lnTo>
                <a:lnTo>
                  <a:pt x="6563857" y="3188677"/>
                </a:lnTo>
                <a:lnTo>
                  <a:pt x="6525910" y="3213414"/>
                </a:lnTo>
                <a:lnTo>
                  <a:pt x="6488440" y="3238337"/>
                </a:lnTo>
                <a:lnTo>
                  <a:pt x="6451454" y="3263430"/>
                </a:lnTo>
                <a:lnTo>
                  <a:pt x="6414957" y="3288680"/>
                </a:lnTo>
                <a:lnTo>
                  <a:pt x="6378955" y="3314072"/>
                </a:lnTo>
                <a:lnTo>
                  <a:pt x="6343453" y="3339591"/>
                </a:lnTo>
                <a:lnTo>
                  <a:pt x="6283509" y="3385184"/>
                </a:lnTo>
                <a:lnTo>
                  <a:pt x="6342564" y="3302634"/>
                </a:lnTo>
                <a:lnTo>
                  <a:pt x="6376540" y="3252541"/>
                </a:lnTo>
                <a:lnTo>
                  <a:pt x="6410631" y="3200736"/>
                </a:lnTo>
                <a:lnTo>
                  <a:pt x="6444731" y="3147452"/>
                </a:lnTo>
                <a:lnTo>
                  <a:pt x="6478738" y="3092918"/>
                </a:lnTo>
                <a:lnTo>
                  <a:pt x="6512545" y="3037366"/>
                </a:lnTo>
                <a:lnTo>
                  <a:pt x="6546049" y="2981027"/>
                </a:lnTo>
                <a:lnTo>
                  <a:pt x="6579144" y="2924131"/>
                </a:lnTo>
                <a:lnTo>
                  <a:pt x="6611728" y="2866909"/>
                </a:lnTo>
                <a:lnTo>
                  <a:pt x="6643693" y="2809591"/>
                </a:lnTo>
                <a:lnTo>
                  <a:pt x="6674937" y="2752409"/>
                </a:lnTo>
                <a:lnTo>
                  <a:pt x="6705355" y="2695594"/>
                </a:lnTo>
                <a:lnTo>
                  <a:pt x="6734842" y="2639375"/>
                </a:lnTo>
                <a:lnTo>
                  <a:pt x="6763293" y="2583985"/>
                </a:lnTo>
                <a:lnTo>
                  <a:pt x="6790604" y="2529653"/>
                </a:lnTo>
                <a:lnTo>
                  <a:pt x="6816671" y="2476611"/>
                </a:lnTo>
                <a:lnTo>
                  <a:pt x="6841389" y="2425088"/>
                </a:lnTo>
                <a:lnTo>
                  <a:pt x="6864652" y="2375317"/>
                </a:lnTo>
                <a:lnTo>
                  <a:pt x="6886358" y="2327527"/>
                </a:lnTo>
                <a:lnTo>
                  <a:pt x="6906401" y="2281950"/>
                </a:lnTo>
                <a:lnTo>
                  <a:pt x="6924676" y="2238817"/>
                </a:lnTo>
                <a:lnTo>
                  <a:pt x="6941079" y="2198357"/>
                </a:lnTo>
                <a:lnTo>
                  <a:pt x="6955506" y="2160802"/>
                </a:lnTo>
                <a:lnTo>
                  <a:pt x="6978011" y="2095330"/>
                </a:lnTo>
                <a:lnTo>
                  <a:pt x="6991356" y="2044246"/>
                </a:lnTo>
                <a:lnTo>
                  <a:pt x="6994703" y="2009397"/>
                </a:lnTo>
                <a:lnTo>
                  <a:pt x="6992366" y="1998638"/>
                </a:lnTo>
                <a:lnTo>
                  <a:pt x="6987216" y="1992629"/>
                </a:lnTo>
                <a:lnTo>
                  <a:pt x="6747372" y="1922551"/>
                </a:lnTo>
                <a:lnTo>
                  <a:pt x="6361944" y="1808041"/>
                </a:lnTo>
                <a:lnTo>
                  <a:pt x="5877565" y="1661522"/>
                </a:lnTo>
                <a:lnTo>
                  <a:pt x="3722988" y="998890"/>
                </a:lnTo>
                <a:lnTo>
                  <a:pt x="3181328" y="835778"/>
                </a:lnTo>
                <a:lnTo>
                  <a:pt x="2787347" y="719523"/>
                </a:lnTo>
                <a:lnTo>
                  <a:pt x="2442783" y="619933"/>
                </a:lnTo>
                <a:lnTo>
                  <a:pt x="2147692" y="536452"/>
                </a:lnTo>
                <a:lnTo>
                  <a:pt x="1902031" y="468389"/>
                </a:lnTo>
                <a:lnTo>
                  <a:pt x="1656655" y="401840"/>
                </a:lnTo>
                <a:lnTo>
                  <a:pt x="1411620" y="336940"/>
                </a:lnTo>
                <a:lnTo>
                  <a:pt x="1215876" y="286298"/>
                </a:lnTo>
                <a:lnTo>
                  <a:pt x="1020413" y="236869"/>
                </a:lnTo>
                <a:lnTo>
                  <a:pt x="825262" y="188720"/>
                </a:lnTo>
                <a:lnTo>
                  <a:pt x="630450" y="141923"/>
                </a:lnTo>
                <a:lnTo>
                  <a:pt x="436006" y="96545"/>
                </a:lnTo>
                <a:lnTo>
                  <a:pt x="290431" y="63486"/>
                </a:lnTo>
                <a:lnTo>
                  <a:pt x="145092" y="31295"/>
                </a:lnTo>
                <a:lnTo>
                  <a:pt x="0" y="0"/>
                </a:lnTo>
                <a:close/>
              </a:path>
            </a:pathLst>
          </a:custGeom>
          <a:solidFill>
            <a:srgbClr val="F7F5F0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440304" y="-33756"/>
            <a:ext cx="640080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0" spc="-10">
                <a:solidFill>
                  <a:srgbClr val="40675F"/>
                </a:solidFill>
              </a:rPr>
              <a:t>Problemática</a:t>
            </a:r>
            <a:endParaRPr sz="8000"/>
          </a:p>
        </p:txBody>
      </p:sp>
      <p:sp>
        <p:nvSpPr>
          <p:cNvPr id="5" name="object 5"/>
          <p:cNvSpPr txBox="1"/>
          <p:nvPr/>
        </p:nvSpPr>
        <p:spPr>
          <a:xfrm>
            <a:off x="917244" y="1469897"/>
            <a:ext cx="10002520" cy="43929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u="sng" sz="1800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Problema</a:t>
            </a:r>
            <a:r>
              <a:rPr dirty="0" u="sng" sz="1800" spc="-55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800" spc="-10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identificado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ct val="109400"/>
              </a:lnSpc>
              <a:spcBef>
                <a:spcPts val="1035"/>
              </a:spcBef>
            </a:pP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Los</a:t>
            </a:r>
            <a:r>
              <a:rPr dirty="0" sz="1700" spc="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pequeños</a:t>
            </a:r>
            <a:r>
              <a:rPr dirty="0" sz="1700" spc="-7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fabricantes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muebles,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aficionados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5" b="1">
                <a:solidFill>
                  <a:srgbClr val="2C3430"/>
                </a:solidFill>
                <a:latin typeface="Trebuchet MS"/>
                <a:cs typeface="Trebuchet MS"/>
              </a:rPr>
              <a:t>al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 bricolaje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1700" spc="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estudiantes</a:t>
            </a:r>
            <a:r>
              <a:rPr dirty="0" sz="1700" spc="-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necesitan</a:t>
            </a:r>
            <a:r>
              <a:rPr dirty="0" sz="1700" spc="-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visualizar </a:t>
            </a:r>
            <a:r>
              <a:rPr dirty="0" sz="1700" spc="80" b="1">
                <a:solidFill>
                  <a:srgbClr val="2C3430"/>
                </a:solidFill>
                <a:latin typeface="Trebuchet MS"/>
                <a:cs typeface="Trebuchet MS"/>
              </a:rPr>
              <a:t>sus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diseños</a:t>
            </a:r>
            <a:r>
              <a:rPr dirty="0" sz="1700" spc="-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antes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 fabricarlos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65" b="1">
                <a:solidFill>
                  <a:srgbClr val="2C3430"/>
                </a:solidFill>
                <a:latin typeface="Trebuchet MS"/>
                <a:cs typeface="Trebuchet MS"/>
              </a:rPr>
              <a:t>o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comprar</a:t>
            </a:r>
            <a:r>
              <a:rPr dirty="0" sz="1700" spc="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materiales.</a:t>
            </a:r>
            <a:endParaRPr sz="17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1225"/>
              </a:spcBef>
            </a:pPr>
            <a:r>
              <a:rPr dirty="0" u="sng" sz="1800" spc="-10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Dificultades</a:t>
            </a:r>
            <a:r>
              <a:rPr dirty="0" u="sng" sz="1800" spc="-105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800" spc="-10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actuales</a:t>
            </a:r>
            <a:endParaRPr sz="18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20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Dificultad</a:t>
            </a:r>
            <a:r>
              <a:rPr dirty="0" sz="1700" spc="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para</a:t>
            </a:r>
            <a:r>
              <a:rPr dirty="0" sz="1700" spc="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representar</a:t>
            </a:r>
            <a:r>
              <a:rPr dirty="0" sz="17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ideas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visualmente.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Problemas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comunicación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entre</a:t>
            </a:r>
            <a:r>
              <a:rPr dirty="0" sz="17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el</a:t>
            </a:r>
            <a:r>
              <a:rPr dirty="0" sz="17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cliente</a:t>
            </a:r>
            <a:r>
              <a:rPr dirty="0" sz="1700" spc="-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1700" spc="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el</a:t>
            </a:r>
            <a:r>
              <a:rPr dirty="0" sz="17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mueblista.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Errores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en</a:t>
            </a:r>
            <a:r>
              <a:rPr dirty="0" sz="1700" spc="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dimensiones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1700" spc="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ensamblajes.</a:t>
            </a:r>
            <a:endParaRPr sz="170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Font typeface="Microsoft Sans Serif"/>
              <a:buChar char="•"/>
              <a:tabLst>
                <a:tab pos="240665" algn="l"/>
              </a:tabLst>
            </a:pP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Dependencia</a:t>
            </a:r>
            <a:r>
              <a:rPr dirty="0" sz="1700" spc="-1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5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software</a:t>
            </a:r>
            <a:r>
              <a:rPr dirty="0" sz="1700" spc="-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complejo,</a:t>
            </a:r>
            <a:r>
              <a:rPr dirty="0" sz="1700" spc="-1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difícil</a:t>
            </a:r>
            <a:r>
              <a:rPr dirty="0" sz="17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5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usar</a:t>
            </a:r>
            <a:r>
              <a:rPr dirty="0" sz="1700" spc="-6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1700" spc="-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caro.</a:t>
            </a:r>
            <a:endParaRPr sz="1700">
              <a:latin typeface="Trebuchet MS"/>
              <a:cs typeface="Trebuchet MS"/>
            </a:endParaRPr>
          </a:p>
          <a:p>
            <a:pPr marL="241300">
              <a:lnSpc>
                <a:spcPct val="100000"/>
              </a:lnSpc>
              <a:spcBef>
                <a:spcPts val="1200"/>
              </a:spcBef>
            </a:pPr>
            <a:r>
              <a:rPr dirty="0" u="sng" sz="1800" spc="-10" b="1" i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Consecuencias</a:t>
            </a:r>
            <a:endParaRPr sz="1800">
              <a:latin typeface="Trebuchet MS"/>
              <a:cs typeface="Trebuchet MS"/>
            </a:endParaRPr>
          </a:p>
          <a:p>
            <a:pPr lvl="1" marL="469265" indent="-335280">
              <a:lnSpc>
                <a:spcPct val="100000"/>
              </a:lnSpc>
              <a:spcBef>
                <a:spcPts val="120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Pérdida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tiempo.</a:t>
            </a:r>
            <a:endParaRPr sz="1700">
              <a:latin typeface="Trebuchet MS"/>
              <a:cs typeface="Trebuchet MS"/>
            </a:endParaRPr>
          </a:p>
          <a:p>
            <a:pPr lvl="1" marL="469265" indent="-335280">
              <a:lnSpc>
                <a:spcPct val="100000"/>
              </a:lnSpc>
              <a:spcBef>
                <a:spcPts val="21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Incremento</a:t>
            </a:r>
            <a:r>
              <a:rPr dirty="0" sz="1700" spc="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costos.</a:t>
            </a:r>
            <a:endParaRPr sz="1700">
              <a:latin typeface="Trebuchet MS"/>
              <a:cs typeface="Trebuchet MS"/>
            </a:endParaRPr>
          </a:p>
          <a:p>
            <a:pPr lvl="1" marL="469265" indent="-335280">
              <a:lnSpc>
                <a:spcPct val="100000"/>
              </a:lnSpc>
              <a:spcBef>
                <a:spcPts val="19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Reprocesos</a:t>
            </a:r>
            <a:r>
              <a:rPr dirty="0" sz="1700" spc="-1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en</a:t>
            </a:r>
            <a:r>
              <a:rPr dirty="0" sz="1700" spc="-9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fabricación.</a:t>
            </a:r>
            <a:endParaRPr sz="1700">
              <a:latin typeface="Trebuchet MS"/>
              <a:cs typeface="Trebuchet MS"/>
            </a:endParaRPr>
          </a:p>
          <a:p>
            <a:pPr lvl="1" marL="469265" indent="-335280">
              <a:lnSpc>
                <a:spcPct val="100000"/>
              </a:lnSpc>
              <a:spcBef>
                <a:spcPts val="21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700" spc="95" b="1">
                <a:solidFill>
                  <a:srgbClr val="2C3430"/>
                </a:solidFill>
                <a:latin typeface="Trebuchet MS"/>
                <a:cs typeface="Trebuchet MS"/>
              </a:rPr>
              <a:t>Mala</a:t>
            </a:r>
            <a:r>
              <a:rPr dirty="0" sz="1700" spc="-8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experiencia</a:t>
            </a:r>
            <a:r>
              <a:rPr dirty="0" sz="1700" spc="-1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del</a:t>
            </a:r>
            <a:r>
              <a:rPr dirty="0" sz="1700" spc="-10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cliente.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789F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16941" y="4910537"/>
            <a:ext cx="1963420" cy="1947545"/>
          </a:xfrm>
          <a:custGeom>
            <a:avLst/>
            <a:gdLst/>
            <a:ahLst/>
            <a:cxnLst/>
            <a:rect l="l" t="t" r="r" b="b"/>
            <a:pathLst>
              <a:path w="1963420" h="1947545">
                <a:moveTo>
                  <a:pt x="1369354" y="0"/>
                </a:moveTo>
                <a:lnTo>
                  <a:pt x="1322899" y="3982"/>
                </a:lnTo>
                <a:lnTo>
                  <a:pt x="1277847" y="12943"/>
                </a:lnTo>
                <a:lnTo>
                  <a:pt x="1235157" y="26778"/>
                </a:lnTo>
                <a:lnTo>
                  <a:pt x="1195786" y="45383"/>
                </a:lnTo>
                <a:lnTo>
                  <a:pt x="1148477" y="87868"/>
                </a:lnTo>
                <a:lnTo>
                  <a:pt x="1104252" y="133084"/>
                </a:lnTo>
                <a:lnTo>
                  <a:pt x="1064881" y="177686"/>
                </a:lnTo>
                <a:lnTo>
                  <a:pt x="1032135" y="218329"/>
                </a:lnTo>
                <a:lnTo>
                  <a:pt x="1007785" y="251670"/>
                </a:lnTo>
                <a:lnTo>
                  <a:pt x="993602" y="274364"/>
                </a:lnTo>
                <a:lnTo>
                  <a:pt x="949949" y="233891"/>
                </a:lnTo>
                <a:lnTo>
                  <a:pt x="912911" y="198532"/>
                </a:lnTo>
                <a:lnTo>
                  <a:pt x="877519" y="166849"/>
                </a:lnTo>
                <a:lnTo>
                  <a:pt x="838804" y="137403"/>
                </a:lnTo>
                <a:lnTo>
                  <a:pt x="791799" y="108756"/>
                </a:lnTo>
                <a:lnTo>
                  <a:pt x="742247" y="85824"/>
                </a:lnTo>
                <a:lnTo>
                  <a:pt x="694512" y="69358"/>
                </a:lnTo>
                <a:lnTo>
                  <a:pt x="647955" y="59179"/>
                </a:lnTo>
                <a:lnTo>
                  <a:pt x="601938" y="55106"/>
                </a:lnTo>
                <a:lnTo>
                  <a:pt x="555823" y="56960"/>
                </a:lnTo>
                <a:lnTo>
                  <a:pt x="508970" y="64560"/>
                </a:lnTo>
                <a:lnTo>
                  <a:pt x="454706" y="85802"/>
                </a:lnTo>
                <a:lnTo>
                  <a:pt x="423060" y="112070"/>
                </a:lnTo>
                <a:lnTo>
                  <a:pt x="391152" y="146131"/>
                </a:lnTo>
                <a:lnTo>
                  <a:pt x="361047" y="186004"/>
                </a:lnTo>
                <a:lnTo>
                  <a:pt x="334804" y="229710"/>
                </a:lnTo>
                <a:lnTo>
                  <a:pt x="314487" y="275269"/>
                </a:lnTo>
                <a:lnTo>
                  <a:pt x="302157" y="320702"/>
                </a:lnTo>
                <a:lnTo>
                  <a:pt x="299876" y="364029"/>
                </a:lnTo>
                <a:lnTo>
                  <a:pt x="309707" y="403269"/>
                </a:lnTo>
                <a:lnTo>
                  <a:pt x="336298" y="455896"/>
                </a:lnTo>
                <a:lnTo>
                  <a:pt x="362035" y="495227"/>
                </a:lnTo>
                <a:lnTo>
                  <a:pt x="388923" y="526126"/>
                </a:lnTo>
                <a:lnTo>
                  <a:pt x="418964" y="553459"/>
                </a:lnTo>
                <a:lnTo>
                  <a:pt x="496524" y="616883"/>
                </a:lnTo>
                <a:lnTo>
                  <a:pt x="434962" y="611646"/>
                </a:lnTo>
                <a:lnTo>
                  <a:pt x="381073" y="607962"/>
                </a:lnTo>
                <a:lnTo>
                  <a:pt x="332744" y="606444"/>
                </a:lnTo>
                <a:lnTo>
                  <a:pt x="287863" y="607708"/>
                </a:lnTo>
                <a:lnTo>
                  <a:pt x="244315" y="612364"/>
                </a:lnTo>
                <a:lnTo>
                  <a:pt x="199987" y="621027"/>
                </a:lnTo>
                <a:lnTo>
                  <a:pt x="152766" y="634309"/>
                </a:lnTo>
                <a:lnTo>
                  <a:pt x="100538" y="652824"/>
                </a:lnTo>
                <a:lnTo>
                  <a:pt x="48097" y="705369"/>
                </a:lnTo>
                <a:lnTo>
                  <a:pt x="27706" y="741201"/>
                </a:lnTo>
                <a:lnTo>
                  <a:pt x="12329" y="781555"/>
                </a:lnTo>
                <a:lnTo>
                  <a:pt x="2811" y="825046"/>
                </a:lnTo>
                <a:lnTo>
                  <a:pt x="0" y="870285"/>
                </a:lnTo>
                <a:lnTo>
                  <a:pt x="4739" y="915886"/>
                </a:lnTo>
                <a:lnTo>
                  <a:pt x="17876" y="960461"/>
                </a:lnTo>
                <a:lnTo>
                  <a:pt x="40256" y="1002624"/>
                </a:lnTo>
                <a:lnTo>
                  <a:pt x="72725" y="1040987"/>
                </a:lnTo>
                <a:lnTo>
                  <a:pt x="116011" y="1074608"/>
                </a:lnTo>
                <a:lnTo>
                  <a:pt x="161415" y="1100103"/>
                </a:lnTo>
                <a:lnTo>
                  <a:pt x="208472" y="1119043"/>
                </a:lnTo>
                <a:lnTo>
                  <a:pt x="256717" y="1133002"/>
                </a:lnTo>
                <a:lnTo>
                  <a:pt x="305686" y="1143551"/>
                </a:lnTo>
                <a:lnTo>
                  <a:pt x="403941" y="1160710"/>
                </a:lnTo>
                <a:lnTo>
                  <a:pt x="379079" y="1196407"/>
                </a:lnTo>
                <a:lnTo>
                  <a:pt x="332757" y="1254295"/>
                </a:lnTo>
                <a:lnTo>
                  <a:pt x="307854" y="1289994"/>
                </a:lnTo>
                <a:lnTo>
                  <a:pt x="279493" y="1339204"/>
                </a:lnTo>
                <a:lnTo>
                  <a:pt x="245953" y="1408678"/>
                </a:lnTo>
                <a:lnTo>
                  <a:pt x="235956" y="1488946"/>
                </a:lnTo>
                <a:lnTo>
                  <a:pt x="237732" y="1538960"/>
                </a:lnTo>
                <a:lnTo>
                  <a:pt x="245535" y="1591158"/>
                </a:lnTo>
                <a:lnTo>
                  <a:pt x="260499" y="1642239"/>
                </a:lnTo>
                <a:lnTo>
                  <a:pt x="283755" y="1688900"/>
                </a:lnTo>
                <a:lnTo>
                  <a:pt x="316438" y="1727841"/>
                </a:lnTo>
                <a:lnTo>
                  <a:pt x="361001" y="1746446"/>
                </a:lnTo>
                <a:lnTo>
                  <a:pt x="413708" y="1760892"/>
                </a:lnTo>
                <a:lnTo>
                  <a:pt x="467158" y="1768152"/>
                </a:lnTo>
                <a:lnTo>
                  <a:pt x="513952" y="1765197"/>
                </a:lnTo>
                <a:lnTo>
                  <a:pt x="546689" y="1748999"/>
                </a:lnTo>
                <a:lnTo>
                  <a:pt x="582904" y="1728851"/>
                </a:lnTo>
                <a:lnTo>
                  <a:pt x="617967" y="1710419"/>
                </a:lnTo>
                <a:lnTo>
                  <a:pt x="653351" y="1690589"/>
                </a:lnTo>
                <a:lnTo>
                  <a:pt x="690533" y="1666250"/>
                </a:lnTo>
                <a:lnTo>
                  <a:pt x="730987" y="1634287"/>
                </a:lnTo>
                <a:lnTo>
                  <a:pt x="776189" y="1591589"/>
                </a:lnTo>
                <a:lnTo>
                  <a:pt x="827613" y="1535043"/>
                </a:lnTo>
                <a:lnTo>
                  <a:pt x="828684" y="1606758"/>
                </a:lnTo>
                <a:lnTo>
                  <a:pt x="832173" y="1664097"/>
                </a:lnTo>
                <a:lnTo>
                  <a:pt x="838816" y="1711111"/>
                </a:lnTo>
                <a:lnTo>
                  <a:pt x="849352" y="1751854"/>
                </a:lnTo>
                <a:lnTo>
                  <a:pt x="864517" y="1790378"/>
                </a:lnTo>
                <a:lnTo>
                  <a:pt x="885049" y="1830736"/>
                </a:lnTo>
                <a:lnTo>
                  <a:pt x="911687" y="1876980"/>
                </a:lnTo>
                <a:lnTo>
                  <a:pt x="971267" y="1915090"/>
                </a:lnTo>
                <a:lnTo>
                  <a:pt x="1007557" y="1930516"/>
                </a:lnTo>
                <a:lnTo>
                  <a:pt x="1046648" y="1941663"/>
                </a:lnTo>
                <a:lnTo>
                  <a:pt x="1087391" y="1947135"/>
                </a:lnTo>
                <a:lnTo>
                  <a:pt x="1128637" y="1945538"/>
                </a:lnTo>
                <a:lnTo>
                  <a:pt x="1169237" y="1935477"/>
                </a:lnTo>
                <a:lnTo>
                  <a:pt x="1208042" y="1915556"/>
                </a:lnTo>
                <a:lnTo>
                  <a:pt x="1243902" y="1884381"/>
                </a:lnTo>
                <a:lnTo>
                  <a:pt x="1275669" y="1840556"/>
                </a:lnTo>
                <a:lnTo>
                  <a:pt x="1302569" y="1789571"/>
                </a:lnTo>
                <a:lnTo>
                  <a:pt x="1321427" y="1726038"/>
                </a:lnTo>
                <a:lnTo>
                  <a:pt x="1326202" y="1677892"/>
                </a:lnTo>
                <a:lnTo>
                  <a:pt x="1327000" y="1612600"/>
                </a:lnTo>
                <a:lnTo>
                  <a:pt x="1323167" y="1525492"/>
                </a:lnTo>
                <a:lnTo>
                  <a:pt x="1367896" y="1543738"/>
                </a:lnTo>
                <a:lnTo>
                  <a:pt x="1401710" y="1561595"/>
                </a:lnTo>
                <a:lnTo>
                  <a:pt x="1428483" y="1578965"/>
                </a:lnTo>
                <a:lnTo>
                  <a:pt x="1452089" y="1595749"/>
                </a:lnTo>
                <a:lnTo>
                  <a:pt x="1476401" y="1611846"/>
                </a:lnTo>
                <a:lnTo>
                  <a:pt x="1505294" y="1627158"/>
                </a:lnTo>
                <a:lnTo>
                  <a:pt x="1542641" y="1641585"/>
                </a:lnTo>
                <a:lnTo>
                  <a:pt x="1592316" y="1655029"/>
                </a:lnTo>
                <a:lnTo>
                  <a:pt x="1658193" y="1667389"/>
                </a:lnTo>
                <a:lnTo>
                  <a:pt x="1695703" y="1664172"/>
                </a:lnTo>
                <a:lnTo>
                  <a:pt x="1736211" y="1654410"/>
                </a:lnTo>
                <a:lnTo>
                  <a:pt x="1777880" y="1638801"/>
                </a:lnTo>
                <a:lnTo>
                  <a:pt x="1818870" y="1618042"/>
                </a:lnTo>
                <a:lnTo>
                  <a:pt x="1857343" y="1592831"/>
                </a:lnTo>
                <a:lnTo>
                  <a:pt x="1891461" y="1563865"/>
                </a:lnTo>
                <a:lnTo>
                  <a:pt x="1919386" y="1531841"/>
                </a:lnTo>
                <a:lnTo>
                  <a:pt x="1939279" y="1497459"/>
                </a:lnTo>
                <a:lnTo>
                  <a:pt x="1949302" y="1461413"/>
                </a:lnTo>
                <a:lnTo>
                  <a:pt x="1947617" y="1424403"/>
                </a:lnTo>
                <a:lnTo>
                  <a:pt x="1932386" y="1387126"/>
                </a:lnTo>
                <a:lnTo>
                  <a:pt x="1906901" y="1346668"/>
                </a:lnTo>
                <a:lnTo>
                  <a:pt x="1877169" y="1307102"/>
                </a:lnTo>
                <a:lnTo>
                  <a:pt x="1843977" y="1268834"/>
                </a:lnTo>
                <a:lnTo>
                  <a:pt x="1808116" y="1232273"/>
                </a:lnTo>
                <a:lnTo>
                  <a:pt x="1770374" y="1197826"/>
                </a:lnTo>
                <a:lnTo>
                  <a:pt x="1731539" y="1165900"/>
                </a:lnTo>
                <a:lnTo>
                  <a:pt x="1692401" y="1136903"/>
                </a:lnTo>
                <a:lnTo>
                  <a:pt x="1653748" y="1111244"/>
                </a:lnTo>
                <a:lnTo>
                  <a:pt x="1711313" y="1087921"/>
                </a:lnTo>
                <a:lnTo>
                  <a:pt x="1803465" y="1056613"/>
                </a:lnTo>
                <a:lnTo>
                  <a:pt x="1843928" y="1039139"/>
                </a:lnTo>
                <a:lnTo>
                  <a:pt x="1884567" y="1014125"/>
                </a:lnTo>
                <a:lnTo>
                  <a:pt x="1928322" y="976827"/>
                </a:lnTo>
                <a:lnTo>
                  <a:pt x="1959328" y="904245"/>
                </a:lnTo>
                <a:lnTo>
                  <a:pt x="1962877" y="854493"/>
                </a:lnTo>
                <a:lnTo>
                  <a:pt x="1958913" y="801252"/>
                </a:lnTo>
                <a:lnTo>
                  <a:pt x="1947775" y="748637"/>
                </a:lnTo>
                <a:lnTo>
                  <a:pt x="1929804" y="700760"/>
                </a:lnTo>
                <a:lnTo>
                  <a:pt x="1905341" y="661736"/>
                </a:lnTo>
                <a:lnTo>
                  <a:pt x="1874728" y="635679"/>
                </a:lnTo>
                <a:lnTo>
                  <a:pt x="1831943" y="614846"/>
                </a:lnTo>
                <a:lnTo>
                  <a:pt x="1793341" y="600052"/>
                </a:lnTo>
                <a:lnTo>
                  <a:pt x="1756244" y="590419"/>
                </a:lnTo>
                <a:lnTo>
                  <a:pt x="1717978" y="585070"/>
                </a:lnTo>
                <a:lnTo>
                  <a:pt x="1675866" y="583126"/>
                </a:lnTo>
                <a:lnTo>
                  <a:pt x="1627233" y="583709"/>
                </a:lnTo>
                <a:lnTo>
                  <a:pt x="1569401" y="585940"/>
                </a:lnTo>
                <a:lnTo>
                  <a:pt x="1499697" y="588943"/>
                </a:lnTo>
                <a:lnTo>
                  <a:pt x="1522791" y="547745"/>
                </a:lnTo>
                <a:lnTo>
                  <a:pt x="1549018" y="512869"/>
                </a:lnTo>
                <a:lnTo>
                  <a:pt x="1576005" y="481215"/>
                </a:lnTo>
                <a:lnTo>
                  <a:pt x="1601378" y="449680"/>
                </a:lnTo>
                <a:lnTo>
                  <a:pt x="1622766" y="415164"/>
                </a:lnTo>
                <a:lnTo>
                  <a:pt x="1637797" y="374566"/>
                </a:lnTo>
                <a:lnTo>
                  <a:pt x="1644096" y="324783"/>
                </a:lnTo>
                <a:lnTo>
                  <a:pt x="1645340" y="287405"/>
                </a:lnTo>
                <a:lnTo>
                  <a:pt x="1641427" y="244049"/>
                </a:lnTo>
                <a:lnTo>
                  <a:pt x="1632320" y="197582"/>
                </a:lnTo>
                <a:lnTo>
                  <a:pt x="1617981" y="150873"/>
                </a:lnTo>
                <a:lnTo>
                  <a:pt x="1598375" y="106789"/>
                </a:lnTo>
                <a:lnTo>
                  <a:pt x="1573462" y="68198"/>
                </a:lnTo>
                <a:lnTo>
                  <a:pt x="1543206" y="37968"/>
                </a:lnTo>
                <a:lnTo>
                  <a:pt x="1507571" y="18967"/>
                </a:lnTo>
                <a:lnTo>
                  <a:pt x="1462648" y="7388"/>
                </a:lnTo>
                <a:lnTo>
                  <a:pt x="1416257" y="1100"/>
                </a:lnTo>
                <a:lnTo>
                  <a:pt x="1369354" y="0"/>
                </a:lnTo>
                <a:close/>
              </a:path>
            </a:pathLst>
          </a:custGeom>
          <a:solidFill>
            <a:srgbClr val="ACC5B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865837" y="4658016"/>
            <a:ext cx="3576954" cy="2197735"/>
            <a:chOff x="6865837" y="4658016"/>
            <a:chExt cx="3576954" cy="2197735"/>
          </a:xfrm>
        </p:grpSpPr>
        <p:sp>
          <p:nvSpPr>
            <p:cNvPr id="5" name="object 5"/>
            <p:cNvSpPr/>
            <p:nvPr/>
          </p:nvSpPr>
          <p:spPr>
            <a:xfrm>
              <a:off x="6865837" y="5150357"/>
              <a:ext cx="2122170" cy="1704975"/>
            </a:xfrm>
            <a:custGeom>
              <a:avLst/>
              <a:gdLst/>
              <a:ahLst/>
              <a:cxnLst/>
              <a:rect l="l" t="t" r="r" b="b"/>
              <a:pathLst>
                <a:path w="2122170" h="1704975">
                  <a:moveTo>
                    <a:pt x="1236000" y="0"/>
                  </a:moveTo>
                  <a:lnTo>
                    <a:pt x="1194780" y="1737"/>
                  </a:lnTo>
                  <a:lnTo>
                    <a:pt x="1149743" y="7987"/>
                  </a:lnTo>
                  <a:lnTo>
                    <a:pt x="1101670" y="18134"/>
                  </a:lnTo>
                  <a:lnTo>
                    <a:pt x="1051338" y="31563"/>
                  </a:lnTo>
                  <a:lnTo>
                    <a:pt x="999526" y="47656"/>
                  </a:lnTo>
                  <a:lnTo>
                    <a:pt x="947013" y="65800"/>
                  </a:lnTo>
                  <a:lnTo>
                    <a:pt x="894578" y="85377"/>
                  </a:lnTo>
                  <a:lnTo>
                    <a:pt x="842999" y="105773"/>
                  </a:lnTo>
                  <a:lnTo>
                    <a:pt x="793055" y="126372"/>
                  </a:lnTo>
                  <a:lnTo>
                    <a:pt x="745526" y="146558"/>
                  </a:lnTo>
                  <a:lnTo>
                    <a:pt x="700364" y="166300"/>
                  </a:lnTo>
                  <a:lnTo>
                    <a:pt x="656736" y="186279"/>
                  </a:lnTo>
                  <a:lnTo>
                    <a:pt x="614240" y="206831"/>
                  </a:lnTo>
                  <a:lnTo>
                    <a:pt x="572475" y="228293"/>
                  </a:lnTo>
                  <a:lnTo>
                    <a:pt x="531039" y="250999"/>
                  </a:lnTo>
                  <a:lnTo>
                    <a:pt x="489530" y="275287"/>
                  </a:lnTo>
                  <a:lnTo>
                    <a:pt x="447548" y="301492"/>
                  </a:lnTo>
                  <a:lnTo>
                    <a:pt x="404690" y="329950"/>
                  </a:lnTo>
                  <a:lnTo>
                    <a:pt x="360555" y="360997"/>
                  </a:lnTo>
                  <a:lnTo>
                    <a:pt x="314742" y="394970"/>
                  </a:lnTo>
                  <a:lnTo>
                    <a:pt x="290046" y="425640"/>
                  </a:lnTo>
                  <a:lnTo>
                    <a:pt x="262005" y="463866"/>
                  </a:lnTo>
                  <a:lnTo>
                    <a:pt x="231994" y="507523"/>
                  </a:lnTo>
                  <a:lnTo>
                    <a:pt x="201391" y="554483"/>
                  </a:lnTo>
                  <a:lnTo>
                    <a:pt x="171572" y="602619"/>
                  </a:lnTo>
                  <a:lnTo>
                    <a:pt x="143913" y="649806"/>
                  </a:lnTo>
                  <a:lnTo>
                    <a:pt x="119791" y="693916"/>
                  </a:lnTo>
                  <a:lnTo>
                    <a:pt x="100583" y="732823"/>
                  </a:lnTo>
                  <a:lnTo>
                    <a:pt x="71864" y="804328"/>
                  </a:lnTo>
                  <a:lnTo>
                    <a:pt x="57367" y="843278"/>
                  </a:lnTo>
                  <a:lnTo>
                    <a:pt x="44274" y="881608"/>
                  </a:lnTo>
                  <a:lnTo>
                    <a:pt x="32679" y="919680"/>
                  </a:lnTo>
                  <a:lnTo>
                    <a:pt x="22680" y="957853"/>
                  </a:lnTo>
                  <a:lnTo>
                    <a:pt x="14373" y="996489"/>
                  </a:lnTo>
                  <a:lnTo>
                    <a:pt x="7856" y="1035947"/>
                  </a:lnTo>
                  <a:lnTo>
                    <a:pt x="3223" y="1076588"/>
                  </a:lnTo>
                  <a:lnTo>
                    <a:pt x="572" y="1118772"/>
                  </a:lnTo>
                  <a:lnTo>
                    <a:pt x="0" y="1162860"/>
                  </a:lnTo>
                  <a:lnTo>
                    <a:pt x="1602" y="1209212"/>
                  </a:lnTo>
                  <a:lnTo>
                    <a:pt x="5476" y="1258188"/>
                  </a:lnTo>
                  <a:lnTo>
                    <a:pt x="11718" y="1310149"/>
                  </a:lnTo>
                  <a:lnTo>
                    <a:pt x="20424" y="1365456"/>
                  </a:lnTo>
                  <a:lnTo>
                    <a:pt x="31691" y="1424467"/>
                  </a:lnTo>
                  <a:lnTo>
                    <a:pt x="45617" y="1487545"/>
                  </a:lnTo>
                  <a:lnTo>
                    <a:pt x="62296" y="1555049"/>
                  </a:lnTo>
                  <a:lnTo>
                    <a:pt x="81826" y="1627340"/>
                  </a:lnTo>
                  <a:lnTo>
                    <a:pt x="104303" y="1704777"/>
                  </a:lnTo>
                  <a:lnTo>
                    <a:pt x="144353" y="1685806"/>
                  </a:lnTo>
                  <a:lnTo>
                    <a:pt x="311950" y="1605422"/>
                  </a:lnTo>
                  <a:lnTo>
                    <a:pt x="535379" y="1496544"/>
                  </a:lnTo>
                  <a:lnTo>
                    <a:pt x="1303790" y="1117574"/>
                  </a:lnTo>
                  <a:lnTo>
                    <a:pt x="1591471" y="977094"/>
                  </a:lnTo>
                  <a:lnTo>
                    <a:pt x="1776851" y="887915"/>
                  </a:lnTo>
                  <a:lnTo>
                    <a:pt x="1910878" y="824425"/>
                  </a:lnTo>
                  <a:lnTo>
                    <a:pt x="2039527" y="764532"/>
                  </a:lnTo>
                  <a:lnTo>
                    <a:pt x="2121825" y="726909"/>
                  </a:lnTo>
                  <a:lnTo>
                    <a:pt x="2071579" y="661421"/>
                  </a:lnTo>
                  <a:lnTo>
                    <a:pt x="2022479" y="599870"/>
                  </a:lnTo>
                  <a:lnTo>
                    <a:pt x="1974513" y="542134"/>
                  </a:lnTo>
                  <a:lnTo>
                    <a:pt x="1927670" y="488091"/>
                  </a:lnTo>
                  <a:lnTo>
                    <a:pt x="1881938" y="437619"/>
                  </a:lnTo>
                  <a:lnTo>
                    <a:pt x="1837307" y="390594"/>
                  </a:lnTo>
                  <a:lnTo>
                    <a:pt x="1793765" y="346895"/>
                  </a:lnTo>
                  <a:lnTo>
                    <a:pt x="1751300" y="306398"/>
                  </a:lnTo>
                  <a:lnTo>
                    <a:pt x="1709902" y="268982"/>
                  </a:lnTo>
                  <a:lnTo>
                    <a:pt x="1669559" y="234523"/>
                  </a:lnTo>
                  <a:lnTo>
                    <a:pt x="1630260" y="202900"/>
                  </a:lnTo>
                  <a:lnTo>
                    <a:pt x="1591994" y="173990"/>
                  </a:lnTo>
                  <a:lnTo>
                    <a:pt x="1554750" y="147670"/>
                  </a:lnTo>
                  <a:lnTo>
                    <a:pt x="1518515" y="123818"/>
                  </a:lnTo>
                  <a:lnTo>
                    <a:pt x="1483279" y="102312"/>
                  </a:lnTo>
                  <a:lnTo>
                    <a:pt x="1449031" y="83029"/>
                  </a:lnTo>
                  <a:lnTo>
                    <a:pt x="1383453" y="50641"/>
                  </a:lnTo>
                  <a:lnTo>
                    <a:pt x="1321689" y="25675"/>
                  </a:lnTo>
                  <a:lnTo>
                    <a:pt x="1263650" y="7152"/>
                  </a:lnTo>
                  <a:lnTo>
                    <a:pt x="1236000" y="0"/>
                  </a:lnTo>
                  <a:close/>
                </a:path>
              </a:pathLst>
            </a:custGeom>
            <a:solidFill>
              <a:srgbClr val="E3C1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809735" y="4658016"/>
              <a:ext cx="1633220" cy="2091055"/>
            </a:xfrm>
            <a:custGeom>
              <a:avLst/>
              <a:gdLst/>
              <a:ahLst/>
              <a:cxnLst/>
              <a:rect l="l" t="t" r="r" b="b"/>
              <a:pathLst>
                <a:path w="1633220" h="2091054">
                  <a:moveTo>
                    <a:pt x="566200" y="0"/>
                  </a:moveTo>
                  <a:lnTo>
                    <a:pt x="556133" y="1105"/>
                  </a:lnTo>
                  <a:lnTo>
                    <a:pt x="0" y="1806842"/>
                  </a:lnTo>
                  <a:lnTo>
                    <a:pt x="40981" y="1823262"/>
                  </a:lnTo>
                  <a:lnTo>
                    <a:pt x="83551" y="1838612"/>
                  </a:lnTo>
                  <a:lnTo>
                    <a:pt x="127739" y="1853072"/>
                  </a:lnTo>
                  <a:lnTo>
                    <a:pt x="173571" y="1866822"/>
                  </a:lnTo>
                  <a:lnTo>
                    <a:pt x="221075" y="1880045"/>
                  </a:lnTo>
                  <a:lnTo>
                    <a:pt x="270278" y="1892920"/>
                  </a:lnTo>
                  <a:lnTo>
                    <a:pt x="321208" y="1905629"/>
                  </a:lnTo>
                  <a:lnTo>
                    <a:pt x="373892" y="1918351"/>
                  </a:lnTo>
                  <a:lnTo>
                    <a:pt x="484632" y="1944561"/>
                  </a:lnTo>
                  <a:lnTo>
                    <a:pt x="520090" y="1952433"/>
                  </a:lnTo>
                  <a:lnTo>
                    <a:pt x="558994" y="1961628"/>
                  </a:lnTo>
                  <a:lnTo>
                    <a:pt x="601005" y="1971954"/>
                  </a:lnTo>
                  <a:lnTo>
                    <a:pt x="845829" y="2033828"/>
                  </a:lnTo>
                  <a:lnTo>
                    <a:pt x="899380" y="2046910"/>
                  </a:lnTo>
                  <a:lnTo>
                    <a:pt x="953670" y="2059779"/>
                  </a:lnTo>
                  <a:lnTo>
                    <a:pt x="1008362" y="2072244"/>
                  </a:lnTo>
                  <a:lnTo>
                    <a:pt x="1063117" y="2084114"/>
                  </a:lnTo>
                  <a:lnTo>
                    <a:pt x="1099185" y="2091034"/>
                  </a:lnTo>
                  <a:lnTo>
                    <a:pt x="1632839" y="350482"/>
                  </a:lnTo>
                  <a:lnTo>
                    <a:pt x="1561872" y="320897"/>
                  </a:lnTo>
                  <a:lnTo>
                    <a:pt x="1512913" y="301978"/>
                  </a:lnTo>
                  <a:lnTo>
                    <a:pt x="1462445" y="283123"/>
                  </a:lnTo>
                  <a:lnTo>
                    <a:pt x="1411208" y="264646"/>
                  </a:lnTo>
                  <a:lnTo>
                    <a:pt x="1359941" y="246867"/>
                  </a:lnTo>
                  <a:lnTo>
                    <a:pt x="1309383" y="230100"/>
                  </a:lnTo>
                  <a:lnTo>
                    <a:pt x="1260276" y="214665"/>
                  </a:lnTo>
                  <a:lnTo>
                    <a:pt x="1213358" y="200876"/>
                  </a:lnTo>
                  <a:lnTo>
                    <a:pt x="1167962" y="188488"/>
                  </a:lnTo>
                  <a:lnTo>
                    <a:pt x="1116416" y="173155"/>
                  </a:lnTo>
                  <a:lnTo>
                    <a:pt x="1060198" y="155542"/>
                  </a:lnTo>
                  <a:lnTo>
                    <a:pt x="1000786" y="136312"/>
                  </a:lnTo>
                  <a:lnTo>
                    <a:pt x="939658" y="116129"/>
                  </a:lnTo>
                  <a:lnTo>
                    <a:pt x="760756" y="56499"/>
                  </a:lnTo>
                  <a:lnTo>
                    <a:pt x="707543" y="39141"/>
                  </a:lnTo>
                  <a:lnTo>
                    <a:pt x="660002" y="24148"/>
                  </a:lnTo>
                  <a:lnTo>
                    <a:pt x="619613" y="12185"/>
                  </a:lnTo>
                  <a:lnTo>
                    <a:pt x="587853" y="3914"/>
                  </a:lnTo>
                  <a:lnTo>
                    <a:pt x="566200" y="0"/>
                  </a:lnTo>
                  <a:close/>
                </a:path>
              </a:pathLst>
            </a:custGeom>
            <a:solidFill>
              <a:srgbClr val="D0805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2785" y="5689948"/>
            <a:ext cx="113561" cy="116409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1167871" y="6016752"/>
            <a:ext cx="201295" cy="76200"/>
          </a:xfrm>
          <a:custGeom>
            <a:avLst/>
            <a:gdLst/>
            <a:ahLst/>
            <a:cxnLst/>
            <a:rect l="l" t="t" r="r" b="b"/>
            <a:pathLst>
              <a:path w="201295" h="76200">
                <a:moveTo>
                  <a:pt x="0" y="5753"/>
                </a:moveTo>
                <a:lnTo>
                  <a:pt x="13809" y="40966"/>
                </a:lnTo>
                <a:lnTo>
                  <a:pt x="42370" y="62717"/>
                </a:lnTo>
                <a:lnTo>
                  <a:pt x="76384" y="73588"/>
                </a:lnTo>
                <a:lnTo>
                  <a:pt x="106552" y="76161"/>
                </a:lnTo>
                <a:lnTo>
                  <a:pt x="135943" y="72196"/>
                </a:lnTo>
                <a:lnTo>
                  <a:pt x="167751" y="59964"/>
                </a:lnTo>
                <a:lnTo>
                  <a:pt x="192581" y="36790"/>
                </a:lnTo>
                <a:lnTo>
                  <a:pt x="201041" y="0"/>
                </a:lnTo>
              </a:path>
            </a:pathLst>
          </a:custGeom>
          <a:ln w="54864">
            <a:solidFill>
              <a:srgbClr val="2C343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33162" y="5672645"/>
            <a:ext cx="231521" cy="164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3479" y="5644896"/>
            <a:ext cx="196853" cy="13563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440739" y="5701093"/>
            <a:ext cx="676910" cy="374015"/>
            <a:chOff x="7440739" y="5701093"/>
            <a:chExt cx="676910" cy="37401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9225" y="5732360"/>
              <a:ext cx="196728" cy="1356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67727" y="5728080"/>
              <a:ext cx="622935" cy="320040"/>
            </a:xfrm>
            <a:custGeom>
              <a:avLst/>
              <a:gdLst/>
              <a:ahLst/>
              <a:cxnLst/>
              <a:rect l="l" t="t" r="r" b="b"/>
              <a:pathLst>
                <a:path w="622934" h="320039">
                  <a:moveTo>
                    <a:pt x="0" y="234315"/>
                  </a:moveTo>
                  <a:lnTo>
                    <a:pt x="25974" y="270918"/>
                  </a:lnTo>
                  <a:lnTo>
                    <a:pt x="61546" y="296343"/>
                  </a:lnTo>
                  <a:lnTo>
                    <a:pt x="104403" y="312016"/>
                  </a:lnTo>
                  <a:lnTo>
                    <a:pt x="152234" y="319363"/>
                  </a:lnTo>
                  <a:lnTo>
                    <a:pt x="202726" y="319810"/>
                  </a:lnTo>
                  <a:lnTo>
                    <a:pt x="253567" y="314783"/>
                  </a:lnTo>
                  <a:lnTo>
                    <a:pt x="302445" y="305707"/>
                  </a:lnTo>
                  <a:lnTo>
                    <a:pt x="347048" y="294009"/>
                  </a:lnTo>
                  <a:lnTo>
                    <a:pt x="385064" y="281114"/>
                  </a:lnTo>
                  <a:lnTo>
                    <a:pt x="421615" y="265595"/>
                  </a:lnTo>
                  <a:lnTo>
                    <a:pt x="461638" y="245312"/>
                  </a:lnTo>
                  <a:lnTo>
                    <a:pt x="502416" y="220622"/>
                  </a:lnTo>
                  <a:lnTo>
                    <a:pt x="541231" y="191884"/>
                  </a:lnTo>
                  <a:lnTo>
                    <a:pt x="575366" y="159456"/>
                  </a:lnTo>
                  <a:lnTo>
                    <a:pt x="602102" y="123695"/>
                  </a:lnTo>
                  <a:lnTo>
                    <a:pt x="618722" y="84960"/>
                  </a:lnTo>
                  <a:lnTo>
                    <a:pt x="622508" y="43609"/>
                  </a:lnTo>
                  <a:lnTo>
                    <a:pt x="610743" y="0"/>
                  </a:lnTo>
                </a:path>
              </a:pathLst>
            </a:custGeom>
            <a:ln w="53974">
              <a:solidFill>
                <a:srgbClr val="2C343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9784080" y="5312664"/>
            <a:ext cx="216535" cy="259079"/>
            <a:chOff x="9784080" y="5312664"/>
            <a:chExt cx="216535" cy="259079"/>
          </a:xfrm>
        </p:grpSpPr>
        <p:sp>
          <p:nvSpPr>
            <p:cNvPr id="15" name="object 15"/>
            <p:cNvSpPr/>
            <p:nvPr/>
          </p:nvSpPr>
          <p:spPr>
            <a:xfrm>
              <a:off x="9784080" y="5312664"/>
              <a:ext cx="216535" cy="259079"/>
            </a:xfrm>
            <a:custGeom>
              <a:avLst/>
              <a:gdLst/>
              <a:ahLst/>
              <a:cxnLst/>
              <a:rect l="l" t="t" r="r" b="b"/>
              <a:pathLst>
                <a:path w="216534" h="259079">
                  <a:moveTo>
                    <a:pt x="108203" y="0"/>
                  </a:moveTo>
                  <a:lnTo>
                    <a:pt x="66061" y="10185"/>
                  </a:lnTo>
                  <a:lnTo>
                    <a:pt x="31670" y="37957"/>
                  </a:lnTo>
                  <a:lnTo>
                    <a:pt x="8495" y="79134"/>
                  </a:lnTo>
                  <a:lnTo>
                    <a:pt x="0" y="129540"/>
                  </a:lnTo>
                  <a:lnTo>
                    <a:pt x="8495" y="179945"/>
                  </a:lnTo>
                  <a:lnTo>
                    <a:pt x="31670" y="221122"/>
                  </a:lnTo>
                  <a:lnTo>
                    <a:pt x="66061" y="248894"/>
                  </a:lnTo>
                  <a:lnTo>
                    <a:pt x="108203" y="259080"/>
                  </a:lnTo>
                  <a:lnTo>
                    <a:pt x="150346" y="248894"/>
                  </a:lnTo>
                  <a:lnTo>
                    <a:pt x="184737" y="221122"/>
                  </a:lnTo>
                  <a:lnTo>
                    <a:pt x="207912" y="179945"/>
                  </a:lnTo>
                  <a:lnTo>
                    <a:pt x="216408" y="129540"/>
                  </a:lnTo>
                  <a:lnTo>
                    <a:pt x="207912" y="79134"/>
                  </a:lnTo>
                  <a:lnTo>
                    <a:pt x="184737" y="37957"/>
                  </a:lnTo>
                  <a:lnTo>
                    <a:pt x="150346" y="10185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87128" y="5312664"/>
              <a:ext cx="133350" cy="118745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9393935" y="5245608"/>
            <a:ext cx="353695" cy="353695"/>
            <a:chOff x="9393935" y="5245608"/>
            <a:chExt cx="353695" cy="353695"/>
          </a:xfrm>
        </p:grpSpPr>
        <p:sp>
          <p:nvSpPr>
            <p:cNvPr id="18" name="object 18"/>
            <p:cNvSpPr/>
            <p:nvPr/>
          </p:nvSpPr>
          <p:spPr>
            <a:xfrm>
              <a:off x="9393935" y="5245608"/>
              <a:ext cx="219710" cy="259079"/>
            </a:xfrm>
            <a:custGeom>
              <a:avLst/>
              <a:gdLst/>
              <a:ahLst/>
              <a:cxnLst/>
              <a:rect l="l" t="t" r="r" b="b"/>
              <a:pathLst>
                <a:path w="219709" h="259079">
                  <a:moveTo>
                    <a:pt x="109728" y="0"/>
                  </a:moveTo>
                  <a:lnTo>
                    <a:pt x="67026" y="10185"/>
                  </a:lnTo>
                  <a:lnTo>
                    <a:pt x="32146" y="37957"/>
                  </a:lnTo>
                  <a:lnTo>
                    <a:pt x="8626" y="79134"/>
                  </a:lnTo>
                  <a:lnTo>
                    <a:pt x="0" y="129539"/>
                  </a:lnTo>
                  <a:lnTo>
                    <a:pt x="8626" y="179945"/>
                  </a:lnTo>
                  <a:lnTo>
                    <a:pt x="32146" y="221122"/>
                  </a:lnTo>
                  <a:lnTo>
                    <a:pt x="67026" y="248894"/>
                  </a:lnTo>
                  <a:lnTo>
                    <a:pt x="109728" y="259079"/>
                  </a:lnTo>
                  <a:lnTo>
                    <a:pt x="152429" y="248894"/>
                  </a:lnTo>
                  <a:lnTo>
                    <a:pt x="187309" y="221122"/>
                  </a:lnTo>
                  <a:lnTo>
                    <a:pt x="210829" y="179945"/>
                  </a:lnTo>
                  <a:lnTo>
                    <a:pt x="219456" y="129539"/>
                  </a:lnTo>
                  <a:lnTo>
                    <a:pt x="210829" y="79134"/>
                  </a:lnTo>
                  <a:lnTo>
                    <a:pt x="187309" y="37957"/>
                  </a:lnTo>
                  <a:lnTo>
                    <a:pt x="152429" y="1018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00031" y="5245608"/>
              <a:ext cx="130301" cy="1187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10343" y="5504688"/>
              <a:ext cx="137159" cy="94487"/>
            </a:xfrm>
            <a:prstGeom prst="rect">
              <a:avLst/>
            </a:prstGeom>
          </p:spPr>
        </p:pic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1564894" y="1220165"/>
            <a:ext cx="2383790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Solución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912063" y="2261958"/>
            <a:ext cx="3435985" cy="240157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500" spc="45" b="1">
                <a:solidFill>
                  <a:srgbClr val="2C3430"/>
                </a:solidFill>
                <a:latin typeface="Trebuchet MS"/>
                <a:cs typeface="Trebuchet MS"/>
              </a:rPr>
              <a:t>Aplicación</a:t>
            </a:r>
            <a:r>
              <a:rPr dirty="0" sz="15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5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45" b="1">
                <a:solidFill>
                  <a:srgbClr val="2C3430"/>
                </a:solidFill>
                <a:latin typeface="Trebuchet MS"/>
                <a:cs typeface="Trebuchet MS"/>
              </a:rPr>
              <a:t>software</a:t>
            </a:r>
            <a:r>
              <a:rPr dirty="0" sz="1500" spc="-6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70" b="1">
                <a:solidFill>
                  <a:srgbClr val="2C3430"/>
                </a:solidFill>
                <a:latin typeface="Trebuchet MS"/>
                <a:cs typeface="Trebuchet MS"/>
              </a:rPr>
              <a:t>que</a:t>
            </a:r>
            <a:r>
              <a:rPr dirty="0" sz="1500" spc="-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permite: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105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spc="45" b="1">
                <a:solidFill>
                  <a:srgbClr val="2C3430"/>
                </a:solidFill>
                <a:latin typeface="Trebuchet MS"/>
                <a:cs typeface="Trebuchet MS"/>
              </a:rPr>
              <a:t>Funcionalidades </a:t>
            </a:r>
            <a:r>
              <a:rPr dirty="0" sz="1500" spc="95" b="1">
                <a:solidFill>
                  <a:srgbClr val="2C3430"/>
                </a:solidFill>
                <a:latin typeface="Trebuchet MS"/>
                <a:cs typeface="Trebuchet MS"/>
              </a:rPr>
              <a:t>MVP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Crear</a:t>
            </a:r>
            <a:r>
              <a:rPr dirty="0" sz="15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piezas</a:t>
            </a:r>
            <a:r>
              <a:rPr dirty="0" sz="15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500" spc="8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muebles.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4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Modificar</a:t>
            </a:r>
            <a:r>
              <a:rPr dirty="0" sz="1500" spc="39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dimensiones.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75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Posicionar</a:t>
            </a:r>
            <a:r>
              <a:rPr dirty="0" sz="1500" spc="3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piezas.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Visualizar</a:t>
            </a:r>
            <a:r>
              <a:rPr dirty="0" sz="1500" spc="2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diseño</a:t>
            </a:r>
            <a:r>
              <a:rPr dirty="0" sz="1500" spc="26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completo.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Vista</a:t>
            </a:r>
            <a:r>
              <a:rPr dirty="0" sz="1500" spc="1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frontal.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50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Vista</a:t>
            </a:r>
            <a:r>
              <a:rPr dirty="0" sz="1500" spc="1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lateral.</a:t>
            </a:r>
            <a:endParaRPr sz="1500">
              <a:latin typeface="Trebuchet MS"/>
              <a:cs typeface="Trebuchet MS"/>
            </a:endParaRPr>
          </a:p>
          <a:p>
            <a:pPr marL="469265" indent="-325755">
              <a:lnSpc>
                <a:spcPct val="100000"/>
              </a:lnSpc>
              <a:spcBef>
                <a:spcPts val="70"/>
              </a:spcBef>
              <a:buFont typeface="Microsoft Sans Serif"/>
              <a:buChar char="•"/>
              <a:tabLst>
                <a:tab pos="469265" algn="l"/>
              </a:tabLst>
            </a:pPr>
            <a:r>
              <a:rPr dirty="0" sz="1500" b="1">
                <a:solidFill>
                  <a:srgbClr val="2C3430"/>
                </a:solidFill>
                <a:latin typeface="Trebuchet MS"/>
                <a:cs typeface="Trebuchet MS"/>
              </a:rPr>
              <a:t>Vista</a:t>
            </a:r>
            <a:r>
              <a:rPr dirty="0" sz="1500" spc="1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500" spc="-10" b="1">
                <a:solidFill>
                  <a:srgbClr val="2C3430"/>
                </a:solidFill>
                <a:latin typeface="Trebuchet MS"/>
                <a:cs typeface="Trebuchet MS"/>
              </a:rPr>
              <a:t>superior.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10629" y="1380185"/>
            <a:ext cx="1039494" cy="2565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u="sng" sz="1500" spc="-10" b="1">
                <a:solidFill>
                  <a:srgbClr val="2C3430"/>
                </a:solidFill>
                <a:uFill>
                  <a:solidFill>
                    <a:srgbClr val="2C3430"/>
                  </a:solidFill>
                </a:uFill>
                <a:latin typeface="Trebuchet MS"/>
                <a:cs typeface="Trebuchet MS"/>
              </a:rPr>
              <a:t>Beneficios: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38646" y="1736033"/>
            <a:ext cx="2993390" cy="119570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341630" indent="-328930">
              <a:lnSpc>
                <a:spcPct val="100000"/>
              </a:lnSpc>
              <a:spcBef>
                <a:spcPts val="480"/>
              </a:spcBef>
              <a:buFont typeface="Microsoft Sans Serif"/>
              <a:buChar char="•"/>
              <a:tabLst>
                <a:tab pos="341630" algn="l"/>
              </a:tabLst>
            </a:pPr>
            <a:r>
              <a:rPr dirty="0" sz="1600" b="1">
                <a:solidFill>
                  <a:srgbClr val="2C3430"/>
                </a:solidFill>
                <a:latin typeface="Trebuchet MS"/>
                <a:cs typeface="Trebuchet MS"/>
              </a:rPr>
              <a:t>Fácil</a:t>
            </a:r>
            <a:r>
              <a:rPr dirty="0" sz="1600" spc="-5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aprendizaje.</a:t>
            </a:r>
            <a:endParaRPr sz="1600">
              <a:latin typeface="Trebuchet MS"/>
              <a:cs typeface="Trebuchet MS"/>
            </a:endParaRPr>
          </a:p>
          <a:p>
            <a:pPr marL="341630" indent="-328930">
              <a:lnSpc>
                <a:spcPct val="100000"/>
              </a:lnSpc>
              <a:spcBef>
                <a:spcPts val="380"/>
              </a:spcBef>
              <a:buFont typeface="Microsoft Sans Serif"/>
              <a:buChar char="•"/>
              <a:tabLst>
                <a:tab pos="341630" algn="l"/>
              </a:tabLst>
            </a:pPr>
            <a:r>
              <a:rPr dirty="0" sz="1600" b="1">
                <a:solidFill>
                  <a:srgbClr val="2C3430"/>
                </a:solidFill>
                <a:latin typeface="Trebuchet MS"/>
                <a:cs typeface="Trebuchet MS"/>
              </a:rPr>
              <a:t>Menor</a:t>
            </a:r>
            <a:r>
              <a:rPr dirty="0" sz="1600" spc="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b="1">
                <a:solidFill>
                  <a:srgbClr val="2C3430"/>
                </a:solidFill>
                <a:latin typeface="Trebuchet MS"/>
                <a:cs typeface="Trebuchet MS"/>
              </a:rPr>
              <a:t>tiempo</a:t>
            </a:r>
            <a:r>
              <a:rPr dirty="0" sz="1600" spc="6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6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600" spc="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diseño.</a:t>
            </a:r>
            <a:endParaRPr sz="1600">
              <a:latin typeface="Trebuchet MS"/>
              <a:cs typeface="Trebuchet MS"/>
            </a:endParaRPr>
          </a:p>
          <a:p>
            <a:pPr marL="341630" indent="-328930">
              <a:lnSpc>
                <a:spcPct val="100000"/>
              </a:lnSpc>
              <a:spcBef>
                <a:spcPts val="390"/>
              </a:spcBef>
              <a:buFont typeface="Microsoft Sans Serif"/>
              <a:buChar char="•"/>
              <a:tabLst>
                <a:tab pos="341630" algn="l"/>
              </a:tabLst>
            </a:pPr>
            <a:r>
              <a:rPr dirty="0" sz="1600" spc="10" b="1">
                <a:solidFill>
                  <a:srgbClr val="2C3430"/>
                </a:solidFill>
                <a:latin typeface="Trebuchet MS"/>
                <a:cs typeface="Trebuchet MS"/>
              </a:rPr>
              <a:t>Mejor</a:t>
            </a:r>
            <a:r>
              <a:rPr dirty="0" sz="1600" spc="7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2C3430"/>
                </a:solidFill>
                <a:latin typeface="Trebuchet MS"/>
                <a:cs typeface="Trebuchet MS"/>
              </a:rPr>
              <a:t>comunicación</a:t>
            </a:r>
            <a:r>
              <a:rPr dirty="0" sz="1600" spc="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visual.</a:t>
            </a:r>
            <a:endParaRPr sz="1600">
              <a:latin typeface="Trebuchet MS"/>
              <a:cs typeface="Trebuchet MS"/>
            </a:endParaRPr>
          </a:p>
          <a:p>
            <a:pPr marL="341630" indent="-328930">
              <a:lnSpc>
                <a:spcPct val="100000"/>
              </a:lnSpc>
              <a:spcBef>
                <a:spcPts val="380"/>
              </a:spcBef>
              <a:buFont typeface="Microsoft Sans Serif"/>
              <a:buChar char="•"/>
              <a:tabLst>
                <a:tab pos="341630" algn="l"/>
              </a:tabLst>
            </a:pP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Descubrible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31685" y="3305683"/>
            <a:ext cx="82613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Targets: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31685" y="3793058"/>
            <a:ext cx="3420110" cy="14909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2C3430"/>
                </a:solidFill>
                <a:latin typeface="Trebuchet MS"/>
                <a:cs typeface="Trebuchet MS"/>
              </a:rPr>
              <a:t>Target</a:t>
            </a:r>
            <a:r>
              <a:rPr dirty="0" sz="1600" spc="-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principal:</a:t>
            </a:r>
            <a:r>
              <a:rPr dirty="0" sz="16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50" b="1">
                <a:solidFill>
                  <a:srgbClr val="2C3430"/>
                </a:solidFill>
                <a:latin typeface="Trebuchet MS"/>
                <a:cs typeface="Trebuchet MS"/>
              </a:rPr>
              <a:t>Dueño</a:t>
            </a:r>
            <a:r>
              <a:rPr dirty="0" sz="16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40" b="1">
                <a:solidFill>
                  <a:srgbClr val="2C3430"/>
                </a:solidFill>
                <a:latin typeface="Trebuchet MS"/>
                <a:cs typeface="Trebuchet MS"/>
              </a:rPr>
              <a:t>de </a:t>
            </a:r>
            <a:r>
              <a:rPr dirty="0" sz="1600" spc="75" b="1">
                <a:solidFill>
                  <a:srgbClr val="2C3430"/>
                </a:solidFill>
                <a:latin typeface="Trebuchet MS"/>
                <a:cs typeface="Trebuchet MS"/>
              </a:rPr>
              <a:t>negocio/empresa</a:t>
            </a:r>
            <a:r>
              <a:rPr dirty="0" sz="1600" spc="-10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55" b="1">
                <a:solidFill>
                  <a:srgbClr val="2C3430"/>
                </a:solidFill>
                <a:latin typeface="Trebuchet MS"/>
                <a:cs typeface="Trebuchet MS"/>
              </a:rPr>
              <a:t>(Paga</a:t>
            </a:r>
            <a:r>
              <a:rPr dirty="0" sz="1600" spc="-7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funciones extras)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Trebuchet MS"/>
              <a:cs typeface="Trebuchet MS"/>
            </a:endParaRPr>
          </a:p>
          <a:p>
            <a:pPr marL="12700" marR="138430">
              <a:lnSpc>
                <a:spcPct val="100000"/>
              </a:lnSpc>
            </a:pPr>
            <a:r>
              <a:rPr dirty="0" sz="1600" spc="10" b="1">
                <a:solidFill>
                  <a:srgbClr val="2C3430"/>
                </a:solidFill>
                <a:latin typeface="Trebuchet MS"/>
                <a:cs typeface="Trebuchet MS"/>
              </a:rPr>
              <a:t>Target</a:t>
            </a:r>
            <a:r>
              <a:rPr dirty="0" sz="16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2C3430"/>
                </a:solidFill>
                <a:latin typeface="Trebuchet MS"/>
                <a:cs typeface="Trebuchet MS"/>
              </a:rPr>
              <a:t>secundario:</a:t>
            </a:r>
            <a:r>
              <a:rPr dirty="0" sz="1600" spc="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10" b="1">
                <a:solidFill>
                  <a:srgbClr val="2C3430"/>
                </a:solidFill>
                <a:latin typeface="Trebuchet MS"/>
                <a:cs typeface="Trebuchet MS"/>
              </a:rPr>
              <a:t>Aficionados</a:t>
            </a:r>
            <a:r>
              <a:rPr dirty="0" sz="16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25" b="1">
                <a:solidFill>
                  <a:srgbClr val="2C3430"/>
                </a:solidFill>
                <a:latin typeface="Trebuchet MS"/>
                <a:cs typeface="Trebuchet MS"/>
              </a:rPr>
              <a:t>al </a:t>
            </a:r>
            <a:r>
              <a:rPr dirty="0" sz="1600" b="1">
                <a:solidFill>
                  <a:srgbClr val="2C3430"/>
                </a:solidFill>
                <a:latin typeface="Trebuchet MS"/>
                <a:cs typeface="Trebuchet MS"/>
              </a:rPr>
              <a:t>bricolaje</a:t>
            </a:r>
            <a:r>
              <a:rPr dirty="0" sz="1600" spc="-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2C3430"/>
                </a:solidFill>
                <a:latin typeface="Trebuchet MS"/>
                <a:cs typeface="Trebuchet MS"/>
              </a:rPr>
              <a:t>(Gratis)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0805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480819" y="4352544"/>
            <a:ext cx="2738120" cy="2508250"/>
            <a:chOff x="1480819" y="4352544"/>
            <a:chExt cx="2738120" cy="2508250"/>
          </a:xfrm>
        </p:grpSpPr>
        <p:sp>
          <p:nvSpPr>
            <p:cNvPr id="4" name="object 4"/>
            <p:cNvSpPr/>
            <p:nvPr/>
          </p:nvSpPr>
          <p:spPr>
            <a:xfrm>
              <a:off x="1770887" y="4352544"/>
              <a:ext cx="2447925" cy="1231900"/>
            </a:xfrm>
            <a:custGeom>
              <a:avLst/>
              <a:gdLst/>
              <a:ahLst/>
              <a:cxnLst/>
              <a:rect l="l" t="t" r="r" b="b"/>
              <a:pathLst>
                <a:path w="2447925" h="1231900">
                  <a:moveTo>
                    <a:pt x="2447544" y="0"/>
                  </a:moveTo>
                  <a:lnTo>
                    <a:pt x="2265381" y="11381"/>
                  </a:lnTo>
                  <a:lnTo>
                    <a:pt x="2021728" y="28087"/>
                  </a:lnTo>
                  <a:lnTo>
                    <a:pt x="741303" y="122653"/>
                  </a:lnTo>
                  <a:lnTo>
                    <a:pt x="480590" y="140210"/>
                  </a:lnTo>
                  <a:lnTo>
                    <a:pt x="280543" y="152484"/>
                  </a:lnTo>
                  <a:lnTo>
                    <a:pt x="136970" y="160393"/>
                  </a:lnTo>
                  <a:lnTo>
                    <a:pt x="0" y="167004"/>
                  </a:lnTo>
                  <a:lnTo>
                    <a:pt x="23638" y="244296"/>
                  </a:lnTo>
                  <a:lnTo>
                    <a:pt x="47667" y="317778"/>
                  </a:lnTo>
                  <a:lnTo>
                    <a:pt x="72055" y="387555"/>
                  </a:lnTo>
                  <a:lnTo>
                    <a:pt x="96766" y="453732"/>
                  </a:lnTo>
                  <a:lnTo>
                    <a:pt x="121769" y="516416"/>
                  </a:lnTo>
                  <a:lnTo>
                    <a:pt x="147030" y="575712"/>
                  </a:lnTo>
                  <a:lnTo>
                    <a:pt x="172515" y="631726"/>
                  </a:lnTo>
                  <a:lnTo>
                    <a:pt x="198190" y="684562"/>
                  </a:lnTo>
                  <a:lnTo>
                    <a:pt x="224023" y="734328"/>
                  </a:lnTo>
                  <a:lnTo>
                    <a:pt x="249980" y="781127"/>
                  </a:lnTo>
                  <a:lnTo>
                    <a:pt x="276028" y="825066"/>
                  </a:lnTo>
                  <a:lnTo>
                    <a:pt x="302132" y="866251"/>
                  </a:lnTo>
                  <a:lnTo>
                    <a:pt x="328261" y="904786"/>
                  </a:lnTo>
                  <a:lnTo>
                    <a:pt x="354380" y="940778"/>
                  </a:lnTo>
                  <a:lnTo>
                    <a:pt x="380456" y="974331"/>
                  </a:lnTo>
                  <a:lnTo>
                    <a:pt x="406456" y="1005553"/>
                  </a:lnTo>
                  <a:lnTo>
                    <a:pt x="432346" y="1034547"/>
                  </a:lnTo>
                  <a:lnTo>
                    <a:pt x="483663" y="1086277"/>
                  </a:lnTo>
                  <a:lnTo>
                    <a:pt x="534139" y="1130366"/>
                  </a:lnTo>
                  <a:lnTo>
                    <a:pt x="583509" y="1167659"/>
                  </a:lnTo>
                  <a:lnTo>
                    <a:pt x="646202" y="1196658"/>
                  </a:lnTo>
                  <a:lnTo>
                    <a:pt x="689507" y="1206938"/>
                  </a:lnTo>
                  <a:lnTo>
                    <a:pt x="736824" y="1215079"/>
                  </a:lnTo>
                  <a:lnTo>
                    <a:pt x="787372" y="1221298"/>
                  </a:lnTo>
                  <a:lnTo>
                    <a:pt x="840366" y="1225815"/>
                  </a:lnTo>
                  <a:lnTo>
                    <a:pt x="895025" y="1228846"/>
                  </a:lnTo>
                  <a:lnTo>
                    <a:pt x="950563" y="1230610"/>
                  </a:lnTo>
                  <a:lnTo>
                    <a:pt x="1006199" y="1231325"/>
                  </a:lnTo>
                  <a:lnTo>
                    <a:pt x="1061149" y="1231210"/>
                  </a:lnTo>
                  <a:lnTo>
                    <a:pt x="1114631" y="1230482"/>
                  </a:lnTo>
                  <a:lnTo>
                    <a:pt x="1165860" y="1229359"/>
                  </a:lnTo>
                  <a:lnTo>
                    <a:pt x="1209164" y="1227882"/>
                  </a:lnTo>
                  <a:lnTo>
                    <a:pt x="1254479" y="1225558"/>
                  </a:lnTo>
                  <a:lnTo>
                    <a:pt x="1301515" y="1222383"/>
                  </a:lnTo>
                  <a:lnTo>
                    <a:pt x="1349983" y="1218353"/>
                  </a:lnTo>
                  <a:lnTo>
                    <a:pt x="1399593" y="1213465"/>
                  </a:lnTo>
                  <a:lnTo>
                    <a:pt x="1450056" y="1207715"/>
                  </a:lnTo>
                  <a:lnTo>
                    <a:pt x="1501083" y="1201098"/>
                  </a:lnTo>
                  <a:lnTo>
                    <a:pt x="1552385" y="1193612"/>
                  </a:lnTo>
                  <a:lnTo>
                    <a:pt x="1603673" y="1185252"/>
                  </a:lnTo>
                  <a:lnTo>
                    <a:pt x="1654656" y="1176015"/>
                  </a:lnTo>
                  <a:lnTo>
                    <a:pt x="1705047" y="1165896"/>
                  </a:lnTo>
                  <a:lnTo>
                    <a:pt x="1754555" y="1154892"/>
                  </a:lnTo>
                  <a:lnTo>
                    <a:pt x="1802891" y="1142999"/>
                  </a:lnTo>
                  <a:lnTo>
                    <a:pt x="1838579" y="1126634"/>
                  </a:lnTo>
                  <a:lnTo>
                    <a:pt x="1920559" y="1090934"/>
                  </a:lnTo>
                  <a:lnTo>
                    <a:pt x="1965281" y="1070229"/>
                  </a:lnTo>
                  <a:lnTo>
                    <a:pt x="2011445" y="1046705"/>
                  </a:lnTo>
                  <a:lnTo>
                    <a:pt x="2058265" y="1019678"/>
                  </a:lnTo>
                  <a:lnTo>
                    <a:pt x="2104956" y="988461"/>
                  </a:lnTo>
                  <a:lnTo>
                    <a:pt x="2150734" y="952369"/>
                  </a:lnTo>
                  <a:lnTo>
                    <a:pt x="2194814" y="910716"/>
                  </a:lnTo>
                  <a:lnTo>
                    <a:pt x="2227111" y="868755"/>
                  </a:lnTo>
                  <a:lnTo>
                    <a:pt x="2255835" y="829143"/>
                  </a:lnTo>
                  <a:lnTo>
                    <a:pt x="2281244" y="791348"/>
                  </a:lnTo>
                  <a:lnTo>
                    <a:pt x="2303596" y="754840"/>
                  </a:lnTo>
                  <a:lnTo>
                    <a:pt x="2323150" y="719087"/>
                  </a:lnTo>
                  <a:lnTo>
                    <a:pt x="2340162" y="683556"/>
                  </a:lnTo>
                  <a:lnTo>
                    <a:pt x="2354892" y="647716"/>
                  </a:lnTo>
                  <a:lnTo>
                    <a:pt x="2367598" y="611035"/>
                  </a:lnTo>
                  <a:lnTo>
                    <a:pt x="2378537" y="572982"/>
                  </a:lnTo>
                  <a:lnTo>
                    <a:pt x="2387967" y="533025"/>
                  </a:lnTo>
                  <a:lnTo>
                    <a:pt x="2396147" y="490633"/>
                  </a:lnTo>
                  <a:lnTo>
                    <a:pt x="2403335" y="445272"/>
                  </a:lnTo>
                  <a:lnTo>
                    <a:pt x="2409789" y="396413"/>
                  </a:lnTo>
                  <a:lnTo>
                    <a:pt x="2415766" y="343523"/>
                  </a:lnTo>
                  <a:lnTo>
                    <a:pt x="2421525" y="286070"/>
                  </a:lnTo>
                  <a:lnTo>
                    <a:pt x="2447544" y="0"/>
                  </a:lnTo>
                  <a:close/>
                </a:path>
              </a:pathLst>
            </a:custGeom>
            <a:solidFill>
              <a:srgbClr val="E1B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80819" y="5574538"/>
              <a:ext cx="2310130" cy="1286510"/>
            </a:xfrm>
            <a:custGeom>
              <a:avLst/>
              <a:gdLst/>
              <a:ahLst/>
              <a:cxnLst/>
              <a:rect l="l" t="t" r="r" b="b"/>
              <a:pathLst>
                <a:path w="2310129" h="1286509">
                  <a:moveTo>
                    <a:pt x="985519" y="0"/>
                  </a:moveTo>
                  <a:lnTo>
                    <a:pt x="930486" y="1001"/>
                  </a:lnTo>
                  <a:lnTo>
                    <a:pt x="878915" y="3473"/>
                  </a:lnTo>
                  <a:lnTo>
                    <a:pt x="831251" y="7299"/>
                  </a:lnTo>
                  <a:lnTo>
                    <a:pt x="787940" y="12365"/>
                  </a:lnTo>
                  <a:lnTo>
                    <a:pt x="749427" y="18554"/>
                  </a:lnTo>
                  <a:lnTo>
                    <a:pt x="692096" y="43306"/>
                  </a:lnTo>
                  <a:lnTo>
                    <a:pt x="637956" y="70178"/>
                  </a:lnTo>
                  <a:lnTo>
                    <a:pt x="586928" y="98957"/>
                  </a:lnTo>
                  <a:lnTo>
                    <a:pt x="538933" y="129432"/>
                  </a:lnTo>
                  <a:lnTo>
                    <a:pt x="493888" y="161393"/>
                  </a:lnTo>
                  <a:lnTo>
                    <a:pt x="451716" y="194627"/>
                  </a:lnTo>
                  <a:lnTo>
                    <a:pt x="412336" y="228923"/>
                  </a:lnTo>
                  <a:lnTo>
                    <a:pt x="375668" y="264070"/>
                  </a:lnTo>
                  <a:lnTo>
                    <a:pt x="341632" y="299856"/>
                  </a:lnTo>
                  <a:lnTo>
                    <a:pt x="310148" y="336069"/>
                  </a:lnTo>
                  <a:lnTo>
                    <a:pt x="281136" y="372499"/>
                  </a:lnTo>
                  <a:lnTo>
                    <a:pt x="254517" y="408934"/>
                  </a:lnTo>
                  <a:lnTo>
                    <a:pt x="230210" y="445162"/>
                  </a:lnTo>
                  <a:lnTo>
                    <a:pt x="208135" y="480972"/>
                  </a:lnTo>
                  <a:lnTo>
                    <a:pt x="188213" y="516153"/>
                  </a:lnTo>
                  <a:lnTo>
                    <a:pt x="131191" y="621514"/>
                  </a:lnTo>
                  <a:lnTo>
                    <a:pt x="106708" y="667605"/>
                  </a:lnTo>
                  <a:lnTo>
                    <a:pt x="84567" y="710529"/>
                  </a:lnTo>
                  <a:lnTo>
                    <a:pt x="64511" y="751205"/>
                  </a:lnTo>
                  <a:lnTo>
                    <a:pt x="46284" y="790553"/>
                  </a:lnTo>
                  <a:lnTo>
                    <a:pt x="29628" y="829491"/>
                  </a:lnTo>
                  <a:lnTo>
                    <a:pt x="14285" y="868938"/>
                  </a:lnTo>
                  <a:lnTo>
                    <a:pt x="0" y="909815"/>
                  </a:lnTo>
                  <a:lnTo>
                    <a:pt x="452374" y="1101725"/>
                  </a:lnTo>
                  <a:lnTo>
                    <a:pt x="473790" y="1049896"/>
                  </a:lnTo>
                  <a:lnTo>
                    <a:pt x="496027" y="999316"/>
                  </a:lnTo>
                  <a:lnTo>
                    <a:pt x="519162" y="950190"/>
                  </a:lnTo>
                  <a:lnTo>
                    <a:pt x="543270" y="902727"/>
                  </a:lnTo>
                  <a:lnTo>
                    <a:pt x="568428" y="857136"/>
                  </a:lnTo>
                  <a:lnTo>
                    <a:pt x="594711" y="813623"/>
                  </a:lnTo>
                  <a:lnTo>
                    <a:pt x="622196" y="772397"/>
                  </a:lnTo>
                  <a:lnTo>
                    <a:pt x="650958" y="733665"/>
                  </a:lnTo>
                  <a:lnTo>
                    <a:pt x="681074" y="697637"/>
                  </a:lnTo>
                  <a:lnTo>
                    <a:pt x="712620" y="664518"/>
                  </a:lnTo>
                  <a:lnTo>
                    <a:pt x="745672" y="634518"/>
                  </a:lnTo>
                  <a:lnTo>
                    <a:pt x="780306" y="607844"/>
                  </a:lnTo>
                  <a:lnTo>
                    <a:pt x="816598" y="584704"/>
                  </a:lnTo>
                  <a:lnTo>
                    <a:pt x="854624" y="565307"/>
                  </a:lnTo>
                  <a:lnTo>
                    <a:pt x="894461" y="549859"/>
                  </a:lnTo>
                  <a:lnTo>
                    <a:pt x="932517" y="539153"/>
                  </a:lnTo>
                  <a:lnTo>
                    <a:pt x="974370" y="530712"/>
                  </a:lnTo>
                  <a:lnTo>
                    <a:pt x="1019457" y="524571"/>
                  </a:lnTo>
                  <a:lnTo>
                    <a:pt x="1067218" y="520765"/>
                  </a:lnTo>
                  <a:lnTo>
                    <a:pt x="1117089" y="519329"/>
                  </a:lnTo>
                  <a:lnTo>
                    <a:pt x="1168508" y="520297"/>
                  </a:lnTo>
                  <a:lnTo>
                    <a:pt x="1220915" y="523704"/>
                  </a:lnTo>
                  <a:lnTo>
                    <a:pt x="1273747" y="529586"/>
                  </a:lnTo>
                  <a:lnTo>
                    <a:pt x="1326441" y="537978"/>
                  </a:lnTo>
                  <a:lnTo>
                    <a:pt x="1378437" y="548913"/>
                  </a:lnTo>
                  <a:lnTo>
                    <a:pt x="1429172" y="562428"/>
                  </a:lnTo>
                  <a:lnTo>
                    <a:pt x="1478084" y="578556"/>
                  </a:lnTo>
                  <a:lnTo>
                    <a:pt x="1524612" y="597334"/>
                  </a:lnTo>
                  <a:lnTo>
                    <a:pt x="1568193" y="618795"/>
                  </a:lnTo>
                  <a:lnTo>
                    <a:pt x="1608266" y="642975"/>
                  </a:lnTo>
                  <a:lnTo>
                    <a:pt x="1644268" y="669908"/>
                  </a:lnTo>
                  <a:lnTo>
                    <a:pt x="1675638" y="699630"/>
                  </a:lnTo>
                  <a:lnTo>
                    <a:pt x="1708084" y="730924"/>
                  </a:lnTo>
                  <a:lnTo>
                    <a:pt x="1735122" y="763893"/>
                  </a:lnTo>
                  <a:lnTo>
                    <a:pt x="1757160" y="798634"/>
                  </a:lnTo>
                  <a:lnTo>
                    <a:pt x="1774606" y="835245"/>
                  </a:lnTo>
                  <a:lnTo>
                    <a:pt x="1787869" y="873822"/>
                  </a:lnTo>
                  <a:lnTo>
                    <a:pt x="1797356" y="914462"/>
                  </a:lnTo>
                  <a:lnTo>
                    <a:pt x="1803477" y="957263"/>
                  </a:lnTo>
                  <a:lnTo>
                    <a:pt x="1806638" y="1002321"/>
                  </a:lnTo>
                  <a:lnTo>
                    <a:pt x="1807249" y="1049734"/>
                  </a:lnTo>
                  <a:lnTo>
                    <a:pt x="1805717" y="1099598"/>
                  </a:lnTo>
                  <a:lnTo>
                    <a:pt x="1802452" y="1152011"/>
                  </a:lnTo>
                  <a:lnTo>
                    <a:pt x="1797860" y="1207070"/>
                  </a:lnTo>
                  <a:lnTo>
                    <a:pt x="1790319" y="1285996"/>
                  </a:lnTo>
                  <a:lnTo>
                    <a:pt x="2292096" y="1285997"/>
                  </a:lnTo>
                  <a:lnTo>
                    <a:pt x="2307717" y="1122311"/>
                  </a:lnTo>
                  <a:lnTo>
                    <a:pt x="2309302" y="1078359"/>
                  </a:lnTo>
                  <a:lnTo>
                    <a:pt x="2309662" y="1034275"/>
                  </a:lnTo>
                  <a:lnTo>
                    <a:pt x="2308679" y="990104"/>
                  </a:lnTo>
                  <a:lnTo>
                    <a:pt x="2306235" y="945896"/>
                  </a:lnTo>
                  <a:lnTo>
                    <a:pt x="2302212" y="901696"/>
                  </a:lnTo>
                  <a:lnTo>
                    <a:pt x="2296492" y="857553"/>
                  </a:lnTo>
                  <a:lnTo>
                    <a:pt x="2288958" y="813514"/>
                  </a:lnTo>
                  <a:lnTo>
                    <a:pt x="2279492" y="769627"/>
                  </a:lnTo>
                  <a:lnTo>
                    <a:pt x="2267975" y="725938"/>
                  </a:lnTo>
                  <a:lnTo>
                    <a:pt x="2254290" y="682495"/>
                  </a:lnTo>
                  <a:lnTo>
                    <a:pt x="2238319" y="639345"/>
                  </a:lnTo>
                  <a:lnTo>
                    <a:pt x="2219945" y="596537"/>
                  </a:lnTo>
                  <a:lnTo>
                    <a:pt x="2199049" y="554116"/>
                  </a:lnTo>
                  <a:lnTo>
                    <a:pt x="2175514" y="512132"/>
                  </a:lnTo>
                  <a:lnTo>
                    <a:pt x="2149222" y="470630"/>
                  </a:lnTo>
                  <a:lnTo>
                    <a:pt x="2120055" y="429659"/>
                  </a:lnTo>
                  <a:lnTo>
                    <a:pt x="2087895" y="389265"/>
                  </a:lnTo>
                  <a:lnTo>
                    <a:pt x="2052624" y="349497"/>
                  </a:lnTo>
                  <a:lnTo>
                    <a:pt x="2014125" y="310401"/>
                  </a:lnTo>
                  <a:lnTo>
                    <a:pt x="1972280" y="272025"/>
                  </a:lnTo>
                  <a:lnTo>
                    <a:pt x="1926970" y="234416"/>
                  </a:lnTo>
                  <a:lnTo>
                    <a:pt x="1886728" y="208598"/>
                  </a:lnTo>
                  <a:lnTo>
                    <a:pt x="1844649" y="184542"/>
                  </a:lnTo>
                  <a:lnTo>
                    <a:pt x="1800919" y="162200"/>
                  </a:lnTo>
                  <a:lnTo>
                    <a:pt x="1755725" y="141527"/>
                  </a:lnTo>
                  <a:lnTo>
                    <a:pt x="1709253" y="122477"/>
                  </a:lnTo>
                  <a:lnTo>
                    <a:pt x="1661689" y="105003"/>
                  </a:lnTo>
                  <a:lnTo>
                    <a:pt x="1613221" y="89060"/>
                  </a:lnTo>
                  <a:lnTo>
                    <a:pt x="1564033" y="74600"/>
                  </a:lnTo>
                  <a:lnTo>
                    <a:pt x="1514313" y="61578"/>
                  </a:lnTo>
                  <a:lnTo>
                    <a:pt x="1464246" y="49947"/>
                  </a:lnTo>
                  <a:lnTo>
                    <a:pt x="1414019" y="39661"/>
                  </a:lnTo>
                  <a:lnTo>
                    <a:pt x="1363819" y="30675"/>
                  </a:lnTo>
                  <a:lnTo>
                    <a:pt x="1313831" y="22941"/>
                  </a:lnTo>
                  <a:lnTo>
                    <a:pt x="1264242" y="16414"/>
                  </a:lnTo>
                  <a:lnTo>
                    <a:pt x="1215239" y="11047"/>
                  </a:lnTo>
                  <a:lnTo>
                    <a:pt x="1167007" y="6794"/>
                  </a:lnTo>
                  <a:lnTo>
                    <a:pt x="1119732" y="3609"/>
                  </a:lnTo>
                  <a:lnTo>
                    <a:pt x="1073602" y="1446"/>
                  </a:lnTo>
                  <a:lnTo>
                    <a:pt x="1028802" y="258"/>
                  </a:lnTo>
                  <a:lnTo>
                    <a:pt x="985519" y="0"/>
                  </a:lnTo>
                  <a:close/>
                </a:path>
              </a:pathLst>
            </a:custGeom>
            <a:solidFill>
              <a:srgbClr val="ACC5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582163" y="5138927"/>
              <a:ext cx="624840" cy="85725"/>
            </a:xfrm>
            <a:custGeom>
              <a:avLst/>
              <a:gdLst/>
              <a:ahLst/>
              <a:cxnLst/>
              <a:rect l="l" t="t" r="r" b="b"/>
              <a:pathLst>
                <a:path w="624839" h="85725">
                  <a:moveTo>
                    <a:pt x="624332" y="6477"/>
                  </a:moveTo>
                  <a:lnTo>
                    <a:pt x="581479" y="45892"/>
                  </a:lnTo>
                  <a:lnTo>
                    <a:pt x="541051" y="59771"/>
                  </a:lnTo>
                  <a:lnTo>
                    <a:pt x="492775" y="70246"/>
                  </a:lnTo>
                  <a:lnTo>
                    <a:pt x="440267" y="77680"/>
                  </a:lnTo>
                  <a:lnTo>
                    <a:pt x="387141" y="82432"/>
                  </a:lnTo>
                  <a:lnTo>
                    <a:pt x="337013" y="84867"/>
                  </a:lnTo>
                  <a:lnTo>
                    <a:pt x="293497" y="85344"/>
                  </a:lnTo>
                  <a:lnTo>
                    <a:pt x="243862" y="83742"/>
                  </a:lnTo>
                  <a:lnTo>
                    <a:pt x="187735" y="79543"/>
                  </a:lnTo>
                  <a:lnTo>
                    <a:pt x="130554" y="72187"/>
                  </a:lnTo>
                  <a:lnTo>
                    <a:pt x="77753" y="61115"/>
                  </a:lnTo>
                  <a:lnTo>
                    <a:pt x="34770" y="45766"/>
                  </a:lnTo>
                  <a:lnTo>
                    <a:pt x="7040" y="25581"/>
                  </a:lnTo>
                  <a:lnTo>
                    <a:pt x="0" y="0"/>
                  </a:lnTo>
                </a:path>
              </a:pathLst>
            </a:custGeom>
            <a:ln w="54864">
              <a:solidFill>
                <a:srgbClr val="2C34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30423" y="4776216"/>
              <a:ext cx="222885" cy="259079"/>
            </a:xfrm>
            <a:custGeom>
              <a:avLst/>
              <a:gdLst/>
              <a:ahLst/>
              <a:cxnLst/>
              <a:rect l="l" t="t" r="r" b="b"/>
              <a:pathLst>
                <a:path w="222885" h="259079">
                  <a:moveTo>
                    <a:pt x="111251" y="0"/>
                  </a:moveTo>
                  <a:lnTo>
                    <a:pt x="67937" y="10185"/>
                  </a:lnTo>
                  <a:lnTo>
                    <a:pt x="32575" y="37957"/>
                  </a:lnTo>
                  <a:lnTo>
                    <a:pt x="8739" y="79134"/>
                  </a:lnTo>
                  <a:lnTo>
                    <a:pt x="0" y="129539"/>
                  </a:lnTo>
                  <a:lnTo>
                    <a:pt x="8739" y="179945"/>
                  </a:lnTo>
                  <a:lnTo>
                    <a:pt x="32575" y="221122"/>
                  </a:lnTo>
                  <a:lnTo>
                    <a:pt x="67937" y="248894"/>
                  </a:lnTo>
                  <a:lnTo>
                    <a:pt x="111251" y="259079"/>
                  </a:lnTo>
                  <a:lnTo>
                    <a:pt x="154566" y="248894"/>
                  </a:lnTo>
                  <a:lnTo>
                    <a:pt x="189928" y="221122"/>
                  </a:lnTo>
                  <a:lnTo>
                    <a:pt x="213764" y="179945"/>
                  </a:lnTo>
                  <a:lnTo>
                    <a:pt x="222503" y="129539"/>
                  </a:lnTo>
                  <a:lnTo>
                    <a:pt x="213764" y="79134"/>
                  </a:lnTo>
                  <a:lnTo>
                    <a:pt x="189928" y="37957"/>
                  </a:lnTo>
                  <a:lnTo>
                    <a:pt x="154566" y="10185"/>
                  </a:lnTo>
                  <a:lnTo>
                    <a:pt x="111251" y="0"/>
                  </a:lnTo>
                  <a:close/>
                </a:path>
              </a:pathLst>
            </a:custGeom>
            <a:solidFill>
              <a:srgbClr val="F7F5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3481" y="4776216"/>
              <a:ext cx="133350" cy="1157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41319" y="4812792"/>
              <a:ext cx="219710" cy="259079"/>
            </a:xfrm>
            <a:custGeom>
              <a:avLst/>
              <a:gdLst/>
              <a:ahLst/>
              <a:cxnLst/>
              <a:rect l="l" t="t" r="r" b="b"/>
              <a:pathLst>
                <a:path w="219710" h="259079">
                  <a:moveTo>
                    <a:pt x="109728" y="0"/>
                  </a:moveTo>
                  <a:lnTo>
                    <a:pt x="67026" y="10185"/>
                  </a:lnTo>
                  <a:lnTo>
                    <a:pt x="32146" y="37957"/>
                  </a:lnTo>
                  <a:lnTo>
                    <a:pt x="8626" y="79134"/>
                  </a:lnTo>
                  <a:lnTo>
                    <a:pt x="0" y="129539"/>
                  </a:lnTo>
                  <a:lnTo>
                    <a:pt x="8626" y="179945"/>
                  </a:lnTo>
                  <a:lnTo>
                    <a:pt x="32146" y="221122"/>
                  </a:lnTo>
                  <a:lnTo>
                    <a:pt x="67026" y="248894"/>
                  </a:lnTo>
                  <a:lnTo>
                    <a:pt x="109728" y="259079"/>
                  </a:lnTo>
                  <a:lnTo>
                    <a:pt x="152429" y="248894"/>
                  </a:lnTo>
                  <a:lnTo>
                    <a:pt x="187309" y="221122"/>
                  </a:lnTo>
                  <a:lnTo>
                    <a:pt x="210829" y="179945"/>
                  </a:lnTo>
                  <a:lnTo>
                    <a:pt x="219456" y="129539"/>
                  </a:lnTo>
                  <a:lnTo>
                    <a:pt x="210829" y="79134"/>
                  </a:lnTo>
                  <a:lnTo>
                    <a:pt x="187309" y="37957"/>
                  </a:lnTo>
                  <a:lnTo>
                    <a:pt x="152429" y="10185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7F5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4377" y="4812792"/>
              <a:ext cx="133350" cy="11874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543" y="824357"/>
            <a:ext cx="11219941" cy="858265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15176" y="2053844"/>
            <a:ext cx="1724660" cy="3473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u="sng" sz="2100" spc="50">
                <a:solidFill>
                  <a:srgbClr val="F7F5F0"/>
                </a:solidFill>
                <a:uFill>
                  <a:solidFill>
                    <a:srgbClr val="F7F5F0"/>
                  </a:solidFill>
                </a:uFill>
                <a:latin typeface="Trebuchet MS"/>
                <a:cs typeface="Trebuchet MS"/>
              </a:rPr>
              <a:t>Metodología: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15176" y="2496509"/>
            <a:ext cx="4093845" cy="1024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35"/>
              </a:spcBef>
            </a:pPr>
            <a:r>
              <a:rPr dirty="0" sz="2100" spc="80" b="1">
                <a:solidFill>
                  <a:srgbClr val="F7F5F0"/>
                </a:solidFill>
                <a:latin typeface="Trebuchet MS"/>
                <a:cs typeface="Trebuchet MS"/>
              </a:rPr>
              <a:t>Ágil</a:t>
            </a:r>
            <a:r>
              <a:rPr dirty="0" sz="2100" spc="-14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495" b="1">
                <a:solidFill>
                  <a:srgbClr val="F7F5F0"/>
                </a:solidFill>
                <a:latin typeface="Trebuchet MS"/>
                <a:cs typeface="Trebuchet MS"/>
              </a:rPr>
              <a:t>–</a:t>
            </a:r>
            <a:r>
              <a:rPr dirty="0" sz="2100" spc="-12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2100" spc="85" b="1">
                <a:solidFill>
                  <a:srgbClr val="F7F5F0"/>
                </a:solidFill>
                <a:latin typeface="Trebuchet MS"/>
                <a:cs typeface="Trebuchet MS"/>
              </a:rPr>
              <a:t>Scrum</a:t>
            </a:r>
            <a:r>
              <a:rPr dirty="0" sz="2100" spc="-17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85" b="1">
                <a:solidFill>
                  <a:srgbClr val="F7F5F0"/>
                </a:solidFill>
                <a:latin typeface="Trebuchet MS"/>
                <a:cs typeface="Trebuchet MS"/>
              </a:rPr>
              <a:t>-</a:t>
            </a:r>
            <a:r>
              <a:rPr dirty="0" sz="1900" spc="-150" b="1">
                <a:solidFill>
                  <a:srgbClr val="F7F5F0"/>
                </a:solidFill>
                <a:latin typeface="Trebuchet MS"/>
                <a:cs typeface="Trebuchet MS"/>
              </a:rPr>
              <a:t>&gt;</a:t>
            </a:r>
            <a:r>
              <a:rPr dirty="0" sz="1900" spc="-10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45" b="1">
                <a:solidFill>
                  <a:srgbClr val="F7F5F0"/>
                </a:solidFill>
                <a:latin typeface="Trebuchet MS"/>
                <a:cs typeface="Trebuchet MS"/>
              </a:rPr>
              <a:t>(Adaptada</a:t>
            </a:r>
            <a:r>
              <a:rPr dirty="0" sz="1900" spc="-9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-35" b="1">
                <a:solidFill>
                  <a:srgbClr val="F7F5F0"/>
                </a:solidFill>
                <a:latin typeface="Trebuchet MS"/>
                <a:cs typeface="Trebuchet MS"/>
              </a:rPr>
              <a:t>al </a:t>
            </a:r>
            <a:r>
              <a:rPr dirty="0" sz="1900" b="1">
                <a:solidFill>
                  <a:srgbClr val="F7F5F0"/>
                </a:solidFill>
                <a:latin typeface="Trebuchet MS"/>
                <a:cs typeface="Trebuchet MS"/>
              </a:rPr>
              <a:t>tamaño</a:t>
            </a:r>
            <a:r>
              <a:rPr dirty="0" sz="1900" spc="1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60" b="1">
                <a:solidFill>
                  <a:srgbClr val="F7F5F0"/>
                </a:solidFill>
                <a:latin typeface="Trebuchet MS"/>
                <a:cs typeface="Trebuchet MS"/>
              </a:rPr>
              <a:t>del</a:t>
            </a:r>
            <a:r>
              <a:rPr dirty="0" sz="1900" spc="4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7F5F0"/>
                </a:solidFill>
                <a:latin typeface="Trebuchet MS"/>
                <a:cs typeface="Trebuchet MS"/>
              </a:rPr>
              <a:t>equipo</a:t>
            </a:r>
            <a:r>
              <a:rPr dirty="0" sz="1900" spc="2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b="1">
                <a:solidFill>
                  <a:srgbClr val="F7F5F0"/>
                </a:solidFill>
                <a:latin typeface="Trebuchet MS"/>
                <a:cs typeface="Trebuchet MS"/>
              </a:rPr>
              <a:t>y</a:t>
            </a:r>
            <a:r>
              <a:rPr dirty="0" sz="1900" spc="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disponibilidad </a:t>
            </a:r>
            <a:r>
              <a:rPr dirty="0" sz="1900" spc="75" b="1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1900" spc="-13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90" b="1">
                <a:solidFill>
                  <a:srgbClr val="F7F5F0"/>
                </a:solidFill>
                <a:latin typeface="Trebuchet MS"/>
                <a:cs typeface="Trebuchet MS"/>
              </a:rPr>
              <a:t>sus</a:t>
            </a:r>
            <a:r>
              <a:rPr dirty="0" sz="1900" spc="-114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integrantes)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15176" y="4096892"/>
            <a:ext cx="916305" cy="3295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2000" spc="-10" b="1">
                <a:solidFill>
                  <a:srgbClr val="F7F5F0"/>
                </a:solidFill>
                <a:uFill>
                  <a:solidFill>
                    <a:srgbClr val="F7F5F0"/>
                  </a:solidFill>
                </a:uFill>
                <a:latin typeface="Trebuchet MS"/>
                <a:cs typeface="Trebuchet MS"/>
              </a:rPr>
              <a:t>Etapas: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21856" y="4531486"/>
            <a:ext cx="3731260" cy="193548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363220" indent="-350520">
              <a:lnSpc>
                <a:spcPct val="100000"/>
              </a:lnSpc>
              <a:spcBef>
                <a:spcPts val="320"/>
              </a:spcBef>
              <a:buFont typeface="Microsoft Sans Serif"/>
              <a:buChar char="•"/>
              <a:tabLst>
                <a:tab pos="363220" algn="l"/>
              </a:tabLst>
            </a:pPr>
            <a:r>
              <a:rPr dirty="0" sz="1900" b="1">
                <a:solidFill>
                  <a:srgbClr val="F7F5F0"/>
                </a:solidFill>
                <a:latin typeface="Trebuchet MS"/>
                <a:cs typeface="Trebuchet MS"/>
              </a:rPr>
              <a:t>Levantamiento</a:t>
            </a:r>
            <a:r>
              <a:rPr dirty="0" sz="1900" spc="14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75" b="1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1900" spc="3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requisitos.</a:t>
            </a:r>
            <a:endParaRPr sz="1900">
              <a:latin typeface="Trebuchet MS"/>
              <a:cs typeface="Trebuchet MS"/>
            </a:endParaRPr>
          </a:p>
          <a:p>
            <a:pPr marL="363220" indent="-350520">
              <a:lnSpc>
                <a:spcPct val="100000"/>
              </a:lnSpc>
              <a:spcBef>
                <a:spcPts val="220"/>
              </a:spcBef>
              <a:buFont typeface="Microsoft Sans Serif"/>
              <a:buChar char="•"/>
              <a:tabLst>
                <a:tab pos="363220" algn="l"/>
              </a:tabLst>
            </a:pPr>
            <a:r>
              <a:rPr dirty="0" sz="1900" b="1">
                <a:solidFill>
                  <a:srgbClr val="F7F5F0"/>
                </a:solidFill>
                <a:latin typeface="Trebuchet MS"/>
                <a:cs typeface="Trebuchet MS"/>
              </a:rPr>
              <a:t>Diseño</a:t>
            </a:r>
            <a:r>
              <a:rPr dirty="0" sz="1900" spc="1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75" b="1">
                <a:solidFill>
                  <a:srgbClr val="F7F5F0"/>
                </a:solidFill>
                <a:latin typeface="Trebuchet MS"/>
                <a:cs typeface="Trebuchet MS"/>
              </a:rPr>
              <a:t>de</a:t>
            </a:r>
            <a:r>
              <a:rPr dirty="0" sz="1900" spc="15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interfaz.</a:t>
            </a:r>
            <a:endParaRPr sz="1900">
              <a:latin typeface="Trebuchet MS"/>
              <a:cs typeface="Trebuchet MS"/>
            </a:endParaRPr>
          </a:p>
          <a:p>
            <a:pPr marL="363220" indent="-350520">
              <a:lnSpc>
                <a:spcPct val="100000"/>
              </a:lnSpc>
              <a:spcBef>
                <a:spcPts val="240"/>
              </a:spcBef>
              <a:buFont typeface="Microsoft Sans Serif"/>
              <a:buChar char="•"/>
              <a:tabLst>
                <a:tab pos="363220" algn="l"/>
              </a:tabLst>
            </a:pPr>
            <a:r>
              <a:rPr dirty="0" sz="1900" b="1">
                <a:solidFill>
                  <a:srgbClr val="F7F5F0"/>
                </a:solidFill>
                <a:latin typeface="Trebuchet MS"/>
                <a:cs typeface="Trebuchet MS"/>
              </a:rPr>
              <a:t>Desarrollo</a:t>
            </a:r>
            <a:r>
              <a:rPr dirty="0" sz="1900" spc="300" b="1">
                <a:solidFill>
                  <a:srgbClr val="F7F5F0"/>
                </a:solidFill>
                <a:latin typeface="Trebuchet MS"/>
                <a:cs typeface="Trebuchet MS"/>
              </a:rPr>
              <a:t> </a:t>
            </a:r>
            <a:r>
              <a:rPr dirty="0" sz="1900" spc="-20" b="1">
                <a:solidFill>
                  <a:srgbClr val="F7F5F0"/>
                </a:solidFill>
                <a:latin typeface="Trebuchet MS"/>
                <a:cs typeface="Trebuchet MS"/>
              </a:rPr>
              <a:t>MVP.</a:t>
            </a:r>
            <a:endParaRPr sz="1900">
              <a:latin typeface="Trebuchet MS"/>
              <a:cs typeface="Trebuchet MS"/>
            </a:endParaRPr>
          </a:p>
          <a:p>
            <a:pPr marL="363220" indent="-350520">
              <a:lnSpc>
                <a:spcPct val="100000"/>
              </a:lnSpc>
              <a:spcBef>
                <a:spcPts val="219"/>
              </a:spcBef>
              <a:buFont typeface="Microsoft Sans Serif"/>
              <a:buChar char="•"/>
              <a:tabLst>
                <a:tab pos="363220" algn="l"/>
              </a:tabLst>
            </a:pP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Pruebas.</a:t>
            </a:r>
            <a:endParaRPr sz="1900">
              <a:latin typeface="Trebuchet MS"/>
              <a:cs typeface="Trebuchet MS"/>
            </a:endParaRPr>
          </a:p>
          <a:p>
            <a:pPr marL="363220" indent="-350520">
              <a:lnSpc>
                <a:spcPct val="100000"/>
              </a:lnSpc>
              <a:spcBef>
                <a:spcPts val="240"/>
              </a:spcBef>
              <a:buFont typeface="Microsoft Sans Serif"/>
              <a:buChar char="•"/>
              <a:tabLst>
                <a:tab pos="363220" algn="l"/>
              </a:tabLst>
            </a:pP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Retroalimentación.</a:t>
            </a:r>
            <a:endParaRPr sz="1900">
              <a:latin typeface="Trebuchet MS"/>
              <a:cs typeface="Trebuchet MS"/>
            </a:endParaRPr>
          </a:p>
          <a:p>
            <a:pPr marL="363220" indent="-350520">
              <a:lnSpc>
                <a:spcPct val="100000"/>
              </a:lnSpc>
              <a:spcBef>
                <a:spcPts val="215"/>
              </a:spcBef>
              <a:buFont typeface="Microsoft Sans Serif"/>
              <a:buChar char="•"/>
              <a:tabLst>
                <a:tab pos="363220" algn="l"/>
              </a:tabLst>
            </a:pPr>
            <a:r>
              <a:rPr dirty="0" sz="1900" spc="-10" b="1">
                <a:solidFill>
                  <a:srgbClr val="F7F5F0"/>
                </a:solidFill>
                <a:latin typeface="Trebuchet MS"/>
                <a:cs typeface="Trebuchet MS"/>
              </a:rPr>
              <a:t>Mejoras.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2587" y="2537333"/>
            <a:ext cx="5016500" cy="122999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800" spc="-10" b="1">
                <a:solidFill>
                  <a:srgbClr val="2C3430"/>
                </a:solidFill>
                <a:latin typeface="Trebuchet MS"/>
                <a:cs typeface="Trebuchet MS"/>
              </a:rPr>
              <a:t>Roles: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800" b="1">
                <a:solidFill>
                  <a:srgbClr val="2C3430"/>
                </a:solidFill>
                <a:latin typeface="Trebuchet MS"/>
                <a:cs typeface="Trebuchet MS"/>
              </a:rPr>
              <a:t>Paris</a:t>
            </a:r>
            <a:r>
              <a:rPr dirty="0" sz="18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2C3430"/>
                </a:solidFill>
                <a:latin typeface="Trebuchet MS"/>
                <a:cs typeface="Trebuchet MS"/>
              </a:rPr>
              <a:t>Martínez:</a:t>
            </a:r>
            <a:r>
              <a:rPr dirty="0" sz="18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C3430"/>
                </a:solidFill>
                <a:latin typeface="Trebuchet MS"/>
                <a:cs typeface="Trebuchet MS"/>
              </a:rPr>
              <a:t>Developer</a:t>
            </a:r>
            <a:r>
              <a:rPr dirty="0" sz="18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85" b="1">
                <a:solidFill>
                  <a:srgbClr val="2C3430"/>
                </a:solidFill>
                <a:latin typeface="Trebuchet MS"/>
                <a:cs typeface="Trebuchet MS"/>
              </a:rPr>
              <a:t>-</a:t>
            </a:r>
            <a:r>
              <a:rPr dirty="0" sz="1800" spc="-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65" b="1">
                <a:solidFill>
                  <a:srgbClr val="2C3430"/>
                </a:solidFill>
                <a:latin typeface="Trebuchet MS"/>
                <a:cs typeface="Trebuchet MS"/>
              </a:rPr>
              <a:t>Scrum</a:t>
            </a:r>
            <a:r>
              <a:rPr dirty="0" sz="1800" spc="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40" b="1">
                <a:solidFill>
                  <a:srgbClr val="2C3430"/>
                </a:solidFill>
                <a:latin typeface="Trebuchet MS"/>
                <a:cs typeface="Trebuchet MS"/>
              </a:rPr>
              <a:t>Master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800" b="1">
                <a:solidFill>
                  <a:srgbClr val="2C3430"/>
                </a:solidFill>
                <a:latin typeface="Trebuchet MS"/>
                <a:cs typeface="Trebuchet MS"/>
              </a:rPr>
              <a:t>Maximiliano</a:t>
            </a:r>
            <a:r>
              <a:rPr dirty="0" sz="1800" spc="8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2C3430"/>
                </a:solidFill>
                <a:latin typeface="Trebuchet MS"/>
                <a:cs typeface="Trebuchet MS"/>
              </a:rPr>
              <a:t>Tara:</a:t>
            </a:r>
            <a:r>
              <a:rPr dirty="0" sz="1800" spc="114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C3430"/>
                </a:solidFill>
                <a:latin typeface="Trebuchet MS"/>
                <a:cs typeface="Trebuchet MS"/>
              </a:rPr>
              <a:t>Developer</a:t>
            </a:r>
            <a:r>
              <a:rPr dirty="0" sz="1800" spc="6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85" b="1">
                <a:solidFill>
                  <a:srgbClr val="2C3430"/>
                </a:solidFill>
                <a:latin typeface="Trebuchet MS"/>
                <a:cs typeface="Trebuchet MS"/>
              </a:rPr>
              <a:t>-</a:t>
            </a:r>
            <a:r>
              <a:rPr dirty="0" sz="1800" spc="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2C3430"/>
                </a:solidFill>
                <a:latin typeface="Trebuchet MS"/>
                <a:cs typeface="Trebuchet MS"/>
              </a:rPr>
              <a:t>Product</a:t>
            </a:r>
            <a:r>
              <a:rPr dirty="0" sz="1800" spc="1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2C3430"/>
                </a:solidFill>
                <a:latin typeface="Trebuchet MS"/>
                <a:cs typeface="Trebuchet MS"/>
              </a:rPr>
              <a:t>Owner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7312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5F0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4DED1">
              <a:alpha val="59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869583" y="0"/>
            <a:ext cx="5322570" cy="6858000"/>
            <a:chOff x="6869583" y="0"/>
            <a:chExt cx="5322570" cy="6858000"/>
          </a:xfrm>
        </p:grpSpPr>
        <p:sp>
          <p:nvSpPr>
            <p:cNvPr id="5" name="object 5"/>
            <p:cNvSpPr/>
            <p:nvPr/>
          </p:nvSpPr>
          <p:spPr>
            <a:xfrm>
              <a:off x="8827008" y="0"/>
              <a:ext cx="3365500" cy="6858000"/>
            </a:xfrm>
            <a:custGeom>
              <a:avLst/>
              <a:gdLst/>
              <a:ahLst/>
              <a:cxnLst/>
              <a:rect l="l" t="t" r="r" b="b"/>
              <a:pathLst>
                <a:path w="3365500" h="6858000">
                  <a:moveTo>
                    <a:pt x="3364992" y="0"/>
                  </a:moveTo>
                  <a:lnTo>
                    <a:pt x="123825" y="0"/>
                  </a:lnTo>
                  <a:lnTo>
                    <a:pt x="121666" y="8000"/>
                  </a:lnTo>
                  <a:lnTo>
                    <a:pt x="113426" y="48958"/>
                  </a:lnTo>
                  <a:lnTo>
                    <a:pt x="106711" y="92106"/>
                  </a:lnTo>
                  <a:lnTo>
                    <a:pt x="101663" y="137588"/>
                  </a:lnTo>
                  <a:lnTo>
                    <a:pt x="98425" y="185547"/>
                  </a:lnTo>
                  <a:lnTo>
                    <a:pt x="100148" y="245629"/>
                  </a:lnTo>
                  <a:lnTo>
                    <a:pt x="105106" y="302451"/>
                  </a:lnTo>
                  <a:lnTo>
                    <a:pt x="112983" y="356241"/>
                  </a:lnTo>
                  <a:lnTo>
                    <a:pt x="123461" y="407226"/>
                  </a:lnTo>
                  <a:lnTo>
                    <a:pt x="136223" y="455632"/>
                  </a:lnTo>
                  <a:lnTo>
                    <a:pt x="150953" y="501688"/>
                  </a:lnTo>
                  <a:lnTo>
                    <a:pt x="167333" y="545621"/>
                  </a:lnTo>
                  <a:lnTo>
                    <a:pt x="185046" y="587658"/>
                  </a:lnTo>
                  <a:lnTo>
                    <a:pt x="203776" y="628026"/>
                  </a:lnTo>
                  <a:lnTo>
                    <a:pt x="223205" y="666952"/>
                  </a:lnTo>
                  <a:lnTo>
                    <a:pt x="243017" y="704665"/>
                  </a:lnTo>
                  <a:lnTo>
                    <a:pt x="301579" y="812794"/>
                  </a:lnTo>
                  <a:lnTo>
                    <a:pt x="319751" y="847924"/>
                  </a:lnTo>
                  <a:lnTo>
                    <a:pt x="336721" y="882978"/>
                  </a:lnTo>
                  <a:lnTo>
                    <a:pt x="352172" y="918181"/>
                  </a:lnTo>
                  <a:lnTo>
                    <a:pt x="377248" y="989948"/>
                  </a:lnTo>
                  <a:lnTo>
                    <a:pt x="392444" y="1065043"/>
                  </a:lnTo>
                  <a:lnTo>
                    <a:pt x="395544" y="1104407"/>
                  </a:lnTo>
                  <a:lnTo>
                    <a:pt x="395224" y="1145286"/>
                  </a:lnTo>
                  <a:lnTo>
                    <a:pt x="390812" y="1188911"/>
                  </a:lnTo>
                  <a:lnTo>
                    <a:pt x="382326" y="1232569"/>
                  </a:lnTo>
                  <a:lnTo>
                    <a:pt x="370181" y="1276254"/>
                  </a:lnTo>
                  <a:lnTo>
                    <a:pt x="354797" y="1319962"/>
                  </a:lnTo>
                  <a:lnTo>
                    <a:pt x="336590" y="1363686"/>
                  </a:lnTo>
                  <a:lnTo>
                    <a:pt x="315978" y="1407423"/>
                  </a:lnTo>
                  <a:lnTo>
                    <a:pt x="293379" y="1451167"/>
                  </a:lnTo>
                  <a:lnTo>
                    <a:pt x="269211" y="1494912"/>
                  </a:lnTo>
                  <a:lnTo>
                    <a:pt x="243891" y="1538654"/>
                  </a:lnTo>
                  <a:lnTo>
                    <a:pt x="217838" y="1582388"/>
                  </a:lnTo>
                  <a:lnTo>
                    <a:pt x="165200" y="1669808"/>
                  </a:lnTo>
                  <a:lnTo>
                    <a:pt x="139451" y="1713485"/>
                  </a:lnTo>
                  <a:lnTo>
                    <a:pt x="114639" y="1757133"/>
                  </a:lnTo>
                  <a:lnTo>
                    <a:pt x="91182" y="1800746"/>
                  </a:lnTo>
                  <a:lnTo>
                    <a:pt x="69497" y="1844319"/>
                  </a:lnTo>
                  <a:lnTo>
                    <a:pt x="50002" y="1887848"/>
                  </a:lnTo>
                  <a:lnTo>
                    <a:pt x="33115" y="1931328"/>
                  </a:lnTo>
                  <a:lnTo>
                    <a:pt x="19253" y="1974752"/>
                  </a:lnTo>
                  <a:lnTo>
                    <a:pt x="8835" y="2018116"/>
                  </a:lnTo>
                  <a:lnTo>
                    <a:pt x="2278" y="2061415"/>
                  </a:lnTo>
                  <a:lnTo>
                    <a:pt x="0" y="2104644"/>
                  </a:lnTo>
                  <a:lnTo>
                    <a:pt x="1909" y="2162207"/>
                  </a:lnTo>
                  <a:lnTo>
                    <a:pt x="7424" y="2216643"/>
                  </a:lnTo>
                  <a:lnTo>
                    <a:pt x="16226" y="2268158"/>
                  </a:lnTo>
                  <a:lnTo>
                    <a:pt x="27997" y="2316963"/>
                  </a:lnTo>
                  <a:lnTo>
                    <a:pt x="42415" y="2363266"/>
                  </a:lnTo>
                  <a:lnTo>
                    <a:pt x="59164" y="2407277"/>
                  </a:lnTo>
                  <a:lnTo>
                    <a:pt x="77922" y="2449204"/>
                  </a:lnTo>
                  <a:lnTo>
                    <a:pt x="98373" y="2489256"/>
                  </a:lnTo>
                  <a:lnTo>
                    <a:pt x="120195" y="2527643"/>
                  </a:lnTo>
                  <a:lnTo>
                    <a:pt x="143071" y="2564573"/>
                  </a:lnTo>
                  <a:lnTo>
                    <a:pt x="166681" y="2600256"/>
                  </a:lnTo>
                  <a:lnTo>
                    <a:pt x="190706" y="2634900"/>
                  </a:lnTo>
                  <a:lnTo>
                    <a:pt x="262080" y="2734692"/>
                  </a:lnTo>
                  <a:lnTo>
                    <a:pt x="284574" y="2767273"/>
                  </a:lnTo>
                  <a:lnTo>
                    <a:pt x="305887" y="2799860"/>
                  </a:lnTo>
                  <a:lnTo>
                    <a:pt x="325701" y="2832663"/>
                  </a:lnTo>
                  <a:lnTo>
                    <a:pt x="359554" y="2899752"/>
                  </a:lnTo>
                  <a:lnTo>
                    <a:pt x="383579" y="2970211"/>
                  </a:lnTo>
                  <a:lnTo>
                    <a:pt x="395224" y="3045714"/>
                  </a:lnTo>
                  <a:lnTo>
                    <a:pt x="395799" y="3087625"/>
                  </a:lnTo>
                  <a:lnTo>
                    <a:pt x="392740" y="3127847"/>
                  </a:lnTo>
                  <a:lnTo>
                    <a:pt x="386396" y="3166647"/>
                  </a:lnTo>
                  <a:lnTo>
                    <a:pt x="377121" y="3204294"/>
                  </a:lnTo>
                  <a:lnTo>
                    <a:pt x="365267" y="3241055"/>
                  </a:lnTo>
                  <a:lnTo>
                    <a:pt x="351186" y="3277197"/>
                  </a:lnTo>
                  <a:lnTo>
                    <a:pt x="335230" y="3312989"/>
                  </a:lnTo>
                  <a:lnTo>
                    <a:pt x="317751" y="3348698"/>
                  </a:lnTo>
                  <a:lnTo>
                    <a:pt x="299101" y="3384591"/>
                  </a:lnTo>
                  <a:lnTo>
                    <a:pt x="259699" y="3458003"/>
                  </a:lnTo>
                  <a:lnTo>
                    <a:pt x="239650" y="3496057"/>
                  </a:lnTo>
                  <a:lnTo>
                    <a:pt x="219840" y="3535367"/>
                  </a:lnTo>
                  <a:lnTo>
                    <a:pt x="200619" y="3576200"/>
                  </a:lnTo>
                  <a:lnTo>
                    <a:pt x="182341" y="3618824"/>
                  </a:lnTo>
                  <a:lnTo>
                    <a:pt x="165358" y="3663507"/>
                  </a:lnTo>
                  <a:lnTo>
                    <a:pt x="150021" y="3710517"/>
                  </a:lnTo>
                  <a:lnTo>
                    <a:pt x="136683" y="3760120"/>
                  </a:lnTo>
                  <a:lnTo>
                    <a:pt x="125696" y="3812586"/>
                  </a:lnTo>
                  <a:lnTo>
                    <a:pt x="117412" y="3868181"/>
                  </a:lnTo>
                  <a:lnTo>
                    <a:pt x="112184" y="3927174"/>
                  </a:lnTo>
                  <a:lnTo>
                    <a:pt x="110363" y="3989831"/>
                  </a:lnTo>
                  <a:lnTo>
                    <a:pt x="112151" y="4052558"/>
                  </a:lnTo>
                  <a:lnTo>
                    <a:pt x="117289" y="4111716"/>
                  </a:lnTo>
                  <a:lnTo>
                    <a:pt x="125433" y="4167560"/>
                  </a:lnTo>
                  <a:lnTo>
                    <a:pt x="136240" y="4220349"/>
                  </a:lnTo>
                  <a:lnTo>
                    <a:pt x="149367" y="4270337"/>
                  </a:lnTo>
                  <a:lnTo>
                    <a:pt x="164472" y="4317782"/>
                  </a:lnTo>
                  <a:lnTo>
                    <a:pt x="181210" y="4362941"/>
                  </a:lnTo>
                  <a:lnTo>
                    <a:pt x="199241" y="4406069"/>
                  </a:lnTo>
                  <a:lnTo>
                    <a:pt x="218219" y="4447423"/>
                  </a:lnTo>
                  <a:lnTo>
                    <a:pt x="237804" y="4487259"/>
                  </a:lnTo>
                  <a:lnTo>
                    <a:pt x="257651" y="4525835"/>
                  </a:lnTo>
                  <a:lnTo>
                    <a:pt x="296761" y="4600230"/>
                  </a:lnTo>
                  <a:lnTo>
                    <a:pt x="315338" y="4636561"/>
                  </a:lnTo>
                  <a:lnTo>
                    <a:pt x="332806" y="4672658"/>
                  </a:lnTo>
                  <a:lnTo>
                    <a:pt x="348823" y="4708776"/>
                  </a:lnTo>
                  <a:lnTo>
                    <a:pt x="363044" y="4745172"/>
                  </a:lnTo>
                  <a:lnTo>
                    <a:pt x="375127" y="4782103"/>
                  </a:lnTo>
                  <a:lnTo>
                    <a:pt x="384730" y="4819825"/>
                  </a:lnTo>
                  <a:lnTo>
                    <a:pt x="391509" y="4858594"/>
                  </a:lnTo>
                  <a:lnTo>
                    <a:pt x="395121" y="4898666"/>
                  </a:lnTo>
                  <a:lnTo>
                    <a:pt x="395224" y="4940300"/>
                  </a:lnTo>
                  <a:lnTo>
                    <a:pt x="391682" y="4979970"/>
                  </a:lnTo>
                  <a:lnTo>
                    <a:pt x="384661" y="5017884"/>
                  </a:lnTo>
                  <a:lnTo>
                    <a:pt x="361536" y="5089458"/>
                  </a:lnTo>
                  <a:lnTo>
                    <a:pt x="328555" y="5157062"/>
                  </a:lnTo>
                  <a:lnTo>
                    <a:pt x="309215" y="5190012"/>
                  </a:lnTo>
                  <a:lnTo>
                    <a:pt x="288426" y="5222734"/>
                  </a:lnTo>
                  <a:lnTo>
                    <a:pt x="266526" y="5255483"/>
                  </a:lnTo>
                  <a:lnTo>
                    <a:pt x="220747" y="5322083"/>
                  </a:lnTo>
                  <a:lnTo>
                    <a:pt x="197545" y="5356443"/>
                  </a:lnTo>
                  <a:lnTo>
                    <a:pt x="174585" y="5391849"/>
                  </a:lnTo>
                  <a:lnTo>
                    <a:pt x="152207" y="5428557"/>
                  </a:lnTo>
                  <a:lnTo>
                    <a:pt x="130748" y="5466822"/>
                  </a:lnTo>
                  <a:lnTo>
                    <a:pt x="110546" y="5506898"/>
                  </a:lnTo>
                  <a:lnTo>
                    <a:pt x="91940" y="5549040"/>
                  </a:lnTo>
                  <a:lnTo>
                    <a:pt x="75269" y="5593504"/>
                  </a:lnTo>
                  <a:lnTo>
                    <a:pt x="60870" y="5640544"/>
                  </a:lnTo>
                  <a:lnTo>
                    <a:pt x="49082" y="5690415"/>
                  </a:lnTo>
                  <a:lnTo>
                    <a:pt x="40243" y="5743372"/>
                  </a:lnTo>
                  <a:lnTo>
                    <a:pt x="34691" y="5799670"/>
                  </a:lnTo>
                  <a:lnTo>
                    <a:pt x="32766" y="5859564"/>
                  </a:lnTo>
                  <a:lnTo>
                    <a:pt x="34333" y="5912288"/>
                  </a:lnTo>
                  <a:lnTo>
                    <a:pt x="38870" y="5961361"/>
                  </a:lnTo>
                  <a:lnTo>
                    <a:pt x="46129" y="6007087"/>
                  </a:lnTo>
                  <a:lnTo>
                    <a:pt x="55863" y="6049769"/>
                  </a:lnTo>
                  <a:lnTo>
                    <a:pt x="67823" y="6089714"/>
                  </a:lnTo>
                  <a:lnTo>
                    <a:pt x="81764" y="6127224"/>
                  </a:lnTo>
                  <a:lnTo>
                    <a:pt x="97437" y="6162603"/>
                  </a:lnTo>
                  <a:lnTo>
                    <a:pt x="132990" y="6228190"/>
                  </a:lnTo>
                  <a:lnTo>
                    <a:pt x="172502" y="6288908"/>
                  </a:lnTo>
                  <a:lnTo>
                    <a:pt x="234864" y="6376181"/>
                  </a:lnTo>
                  <a:lnTo>
                    <a:pt x="255487" y="6405475"/>
                  </a:lnTo>
                  <a:lnTo>
                    <a:pt x="294999" y="6466193"/>
                  </a:lnTo>
                  <a:lnTo>
                    <a:pt x="330552" y="6531779"/>
                  </a:lnTo>
                  <a:lnTo>
                    <a:pt x="346225" y="6567159"/>
                  </a:lnTo>
                  <a:lnTo>
                    <a:pt x="360166" y="6604668"/>
                  </a:lnTo>
                  <a:lnTo>
                    <a:pt x="372126" y="6644612"/>
                  </a:lnTo>
                  <a:lnTo>
                    <a:pt x="381860" y="6687294"/>
                  </a:lnTo>
                  <a:lnTo>
                    <a:pt x="389119" y="6733019"/>
                  </a:lnTo>
                  <a:lnTo>
                    <a:pt x="393656" y="6782091"/>
                  </a:lnTo>
                  <a:lnTo>
                    <a:pt x="395224" y="6834814"/>
                  </a:lnTo>
                  <a:lnTo>
                    <a:pt x="393700" y="6857999"/>
                  </a:lnTo>
                  <a:lnTo>
                    <a:pt x="3364992" y="6857999"/>
                  </a:lnTo>
                  <a:lnTo>
                    <a:pt x="3364992" y="0"/>
                  </a:lnTo>
                  <a:close/>
                </a:path>
              </a:pathLst>
            </a:custGeom>
            <a:solidFill>
              <a:srgbClr val="ACC5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69583" y="450215"/>
              <a:ext cx="3111500" cy="2950210"/>
            </a:xfrm>
            <a:custGeom>
              <a:avLst/>
              <a:gdLst/>
              <a:ahLst/>
              <a:cxnLst/>
              <a:rect l="l" t="t" r="r" b="b"/>
              <a:pathLst>
                <a:path w="3111500" h="2950210">
                  <a:moveTo>
                    <a:pt x="1550389" y="0"/>
                  </a:moveTo>
                  <a:lnTo>
                    <a:pt x="1533900" y="39951"/>
                  </a:lnTo>
                  <a:lnTo>
                    <a:pt x="1517986" y="84107"/>
                  </a:lnTo>
                  <a:lnTo>
                    <a:pt x="1502625" y="131893"/>
                  </a:lnTo>
                  <a:lnTo>
                    <a:pt x="1487794" y="182738"/>
                  </a:lnTo>
                  <a:lnTo>
                    <a:pt x="1473473" y="236067"/>
                  </a:lnTo>
                  <a:lnTo>
                    <a:pt x="1459637" y="291309"/>
                  </a:lnTo>
                  <a:lnTo>
                    <a:pt x="1446265" y="347890"/>
                  </a:lnTo>
                  <a:lnTo>
                    <a:pt x="1433336" y="405237"/>
                  </a:lnTo>
                  <a:lnTo>
                    <a:pt x="1420826" y="462778"/>
                  </a:lnTo>
                  <a:lnTo>
                    <a:pt x="1385591" y="630832"/>
                  </a:lnTo>
                  <a:lnTo>
                    <a:pt x="1363792" y="733331"/>
                  </a:lnTo>
                  <a:lnTo>
                    <a:pt x="1353333" y="780001"/>
                  </a:lnTo>
                  <a:lnTo>
                    <a:pt x="1343138" y="822854"/>
                  </a:lnTo>
                  <a:lnTo>
                    <a:pt x="1333184" y="861317"/>
                  </a:lnTo>
                  <a:lnTo>
                    <a:pt x="1313915" y="922782"/>
                  </a:lnTo>
                  <a:lnTo>
                    <a:pt x="1301311" y="920683"/>
                  </a:lnTo>
                  <a:lnTo>
                    <a:pt x="1279208" y="916141"/>
                  </a:lnTo>
                  <a:lnTo>
                    <a:pt x="1210083" y="900712"/>
                  </a:lnTo>
                  <a:lnTo>
                    <a:pt x="933633" y="836644"/>
                  </a:lnTo>
                  <a:lnTo>
                    <a:pt x="732461" y="790590"/>
                  </a:lnTo>
                  <a:lnTo>
                    <a:pt x="598540" y="760830"/>
                  </a:lnTo>
                  <a:lnTo>
                    <a:pt x="534320" y="746972"/>
                  </a:lnTo>
                  <a:lnTo>
                    <a:pt x="473118" y="734125"/>
                  </a:lnTo>
                  <a:lnTo>
                    <a:pt x="415830" y="722536"/>
                  </a:lnTo>
                  <a:lnTo>
                    <a:pt x="363350" y="712452"/>
                  </a:lnTo>
                  <a:lnTo>
                    <a:pt x="316570" y="704118"/>
                  </a:lnTo>
                  <a:lnTo>
                    <a:pt x="276387" y="697783"/>
                  </a:lnTo>
                  <a:lnTo>
                    <a:pt x="219382" y="692093"/>
                  </a:lnTo>
                  <a:lnTo>
                    <a:pt x="204350" y="693232"/>
                  </a:lnTo>
                  <a:lnTo>
                    <a:pt x="199490" y="697357"/>
                  </a:lnTo>
                  <a:lnTo>
                    <a:pt x="210878" y="716912"/>
                  </a:lnTo>
                  <a:lnTo>
                    <a:pt x="255295" y="769278"/>
                  </a:lnTo>
                  <a:lnTo>
                    <a:pt x="286761" y="801057"/>
                  </a:lnTo>
                  <a:lnTo>
                    <a:pt x="323358" y="835876"/>
                  </a:lnTo>
                  <a:lnTo>
                    <a:pt x="364306" y="873220"/>
                  </a:lnTo>
                  <a:lnTo>
                    <a:pt x="408822" y="912572"/>
                  </a:lnTo>
                  <a:lnTo>
                    <a:pt x="456127" y="953415"/>
                  </a:lnTo>
                  <a:lnTo>
                    <a:pt x="505440" y="995233"/>
                  </a:lnTo>
                  <a:lnTo>
                    <a:pt x="555979" y="1037510"/>
                  </a:lnTo>
                  <a:lnTo>
                    <a:pt x="606964" y="1079729"/>
                  </a:lnTo>
                  <a:lnTo>
                    <a:pt x="841244" y="1271872"/>
                  </a:lnTo>
                  <a:lnTo>
                    <a:pt x="878506" y="1302895"/>
                  </a:lnTo>
                  <a:lnTo>
                    <a:pt x="910747" y="1330244"/>
                  </a:lnTo>
                  <a:lnTo>
                    <a:pt x="937187" y="1353402"/>
                  </a:lnTo>
                  <a:lnTo>
                    <a:pt x="957045" y="1371854"/>
                  </a:lnTo>
                  <a:lnTo>
                    <a:pt x="923725" y="1391339"/>
                  </a:lnTo>
                  <a:lnTo>
                    <a:pt x="885906" y="1412874"/>
                  </a:lnTo>
                  <a:lnTo>
                    <a:pt x="844123" y="1436216"/>
                  </a:lnTo>
                  <a:lnTo>
                    <a:pt x="798912" y="1461120"/>
                  </a:lnTo>
                  <a:lnTo>
                    <a:pt x="700350" y="1514644"/>
                  </a:lnTo>
                  <a:lnTo>
                    <a:pt x="326170" y="1715410"/>
                  </a:lnTo>
                  <a:lnTo>
                    <a:pt x="228597" y="1768575"/>
                  </a:lnTo>
                  <a:lnTo>
                    <a:pt x="184046" y="1793240"/>
                  </a:lnTo>
                  <a:lnTo>
                    <a:pt x="143032" y="1816303"/>
                  </a:lnTo>
                  <a:lnTo>
                    <a:pt x="106091" y="1837520"/>
                  </a:lnTo>
                  <a:lnTo>
                    <a:pt x="46575" y="1873441"/>
                  </a:lnTo>
                  <a:lnTo>
                    <a:pt x="9782" y="1899055"/>
                  </a:lnTo>
                  <a:lnTo>
                    <a:pt x="0" y="1912414"/>
                  </a:lnTo>
                  <a:lnTo>
                    <a:pt x="6577" y="1913889"/>
                  </a:lnTo>
                  <a:lnTo>
                    <a:pt x="13659" y="1922009"/>
                  </a:lnTo>
                  <a:lnTo>
                    <a:pt x="31861" y="1927797"/>
                  </a:lnTo>
                  <a:lnTo>
                    <a:pt x="60050" y="1931479"/>
                  </a:lnTo>
                  <a:lnTo>
                    <a:pt x="97091" y="1933281"/>
                  </a:lnTo>
                  <a:lnTo>
                    <a:pt x="141847" y="1933431"/>
                  </a:lnTo>
                  <a:lnTo>
                    <a:pt x="193185" y="1932155"/>
                  </a:lnTo>
                  <a:lnTo>
                    <a:pt x="249970" y="1929680"/>
                  </a:lnTo>
                  <a:lnTo>
                    <a:pt x="311066" y="1926232"/>
                  </a:lnTo>
                  <a:lnTo>
                    <a:pt x="375339" y="1922037"/>
                  </a:lnTo>
                  <a:lnTo>
                    <a:pt x="441654" y="1917323"/>
                  </a:lnTo>
                  <a:lnTo>
                    <a:pt x="704635" y="1897803"/>
                  </a:lnTo>
                  <a:lnTo>
                    <a:pt x="764135" y="1893890"/>
                  </a:lnTo>
                  <a:lnTo>
                    <a:pt x="818869" y="1890817"/>
                  </a:lnTo>
                  <a:lnTo>
                    <a:pt x="867700" y="1888810"/>
                  </a:lnTo>
                  <a:lnTo>
                    <a:pt x="909493" y="1888097"/>
                  </a:lnTo>
                  <a:lnTo>
                    <a:pt x="943115" y="1888904"/>
                  </a:lnTo>
                  <a:lnTo>
                    <a:pt x="967429" y="1891457"/>
                  </a:lnTo>
                  <a:lnTo>
                    <a:pt x="981302" y="1895983"/>
                  </a:lnTo>
                  <a:lnTo>
                    <a:pt x="971969" y="1940288"/>
                  </a:lnTo>
                  <a:lnTo>
                    <a:pt x="961341" y="1985628"/>
                  </a:lnTo>
                  <a:lnTo>
                    <a:pt x="949604" y="2031900"/>
                  </a:lnTo>
                  <a:lnTo>
                    <a:pt x="936944" y="2079002"/>
                  </a:lnTo>
                  <a:lnTo>
                    <a:pt x="923548" y="2126834"/>
                  </a:lnTo>
                  <a:lnTo>
                    <a:pt x="909601" y="2175293"/>
                  </a:lnTo>
                  <a:lnTo>
                    <a:pt x="880802" y="2273687"/>
                  </a:lnTo>
                  <a:lnTo>
                    <a:pt x="852037" y="2373370"/>
                  </a:lnTo>
                  <a:lnTo>
                    <a:pt x="838134" y="2423441"/>
                  </a:lnTo>
                  <a:lnTo>
                    <a:pt x="824798" y="2473529"/>
                  </a:lnTo>
                  <a:lnTo>
                    <a:pt x="812216" y="2523533"/>
                  </a:lnTo>
                  <a:lnTo>
                    <a:pt x="800574" y="2573352"/>
                  </a:lnTo>
                  <a:lnTo>
                    <a:pt x="790059" y="2622882"/>
                  </a:lnTo>
                  <a:lnTo>
                    <a:pt x="780856" y="2672024"/>
                  </a:lnTo>
                  <a:lnTo>
                    <a:pt x="773153" y="2720675"/>
                  </a:lnTo>
                  <a:lnTo>
                    <a:pt x="767135" y="2768733"/>
                  </a:lnTo>
                  <a:lnTo>
                    <a:pt x="762989" y="2816098"/>
                  </a:lnTo>
                  <a:lnTo>
                    <a:pt x="780106" y="2822545"/>
                  </a:lnTo>
                  <a:lnTo>
                    <a:pt x="832215" y="2811661"/>
                  </a:lnTo>
                  <a:lnTo>
                    <a:pt x="903748" y="2774445"/>
                  </a:lnTo>
                  <a:lnTo>
                    <a:pt x="945144" y="2747977"/>
                  </a:lnTo>
                  <a:lnTo>
                    <a:pt x="989411" y="2717343"/>
                  </a:lnTo>
                  <a:lnTo>
                    <a:pt x="1035888" y="2683350"/>
                  </a:lnTo>
                  <a:lnTo>
                    <a:pt x="1083912" y="2646804"/>
                  </a:lnTo>
                  <a:lnTo>
                    <a:pt x="1132822" y="2608509"/>
                  </a:lnTo>
                  <a:lnTo>
                    <a:pt x="1181957" y="2569272"/>
                  </a:lnTo>
                  <a:lnTo>
                    <a:pt x="1367511" y="2419023"/>
                  </a:lnTo>
                  <a:lnTo>
                    <a:pt x="1407844" y="2387164"/>
                  </a:lnTo>
                  <a:lnTo>
                    <a:pt x="1444432" y="2359198"/>
                  </a:lnTo>
                  <a:lnTo>
                    <a:pt x="1476614" y="2335931"/>
                  </a:lnTo>
                  <a:lnTo>
                    <a:pt x="1525110" y="2306717"/>
                  </a:lnTo>
                  <a:lnTo>
                    <a:pt x="1540102" y="2302383"/>
                  </a:lnTo>
                  <a:lnTo>
                    <a:pt x="1549869" y="2306709"/>
                  </a:lnTo>
                  <a:lnTo>
                    <a:pt x="1587116" y="2348809"/>
                  </a:lnTo>
                  <a:lnTo>
                    <a:pt x="1613157" y="2383612"/>
                  </a:lnTo>
                  <a:lnTo>
                    <a:pt x="1643185" y="2425604"/>
                  </a:lnTo>
                  <a:lnTo>
                    <a:pt x="1676481" y="2473301"/>
                  </a:lnTo>
                  <a:lnTo>
                    <a:pt x="1788784" y="2635773"/>
                  </a:lnTo>
                  <a:lnTo>
                    <a:pt x="1827960" y="2691442"/>
                  </a:lnTo>
                  <a:lnTo>
                    <a:pt x="1866808" y="2745393"/>
                  </a:lnTo>
                  <a:lnTo>
                    <a:pt x="1904611" y="2796140"/>
                  </a:lnTo>
                  <a:lnTo>
                    <a:pt x="1940647" y="2842199"/>
                  </a:lnTo>
                  <a:lnTo>
                    <a:pt x="1974200" y="2882085"/>
                  </a:lnTo>
                  <a:lnTo>
                    <a:pt x="2004548" y="2914314"/>
                  </a:lnTo>
                  <a:lnTo>
                    <a:pt x="2052760" y="2949861"/>
                  </a:lnTo>
                  <a:lnTo>
                    <a:pt x="2069184" y="2950210"/>
                  </a:lnTo>
                  <a:lnTo>
                    <a:pt x="2072202" y="2937702"/>
                  </a:lnTo>
                  <a:lnTo>
                    <a:pt x="2077110" y="2881630"/>
                  </a:lnTo>
                  <a:lnTo>
                    <a:pt x="2079085" y="2840496"/>
                  </a:lnTo>
                  <a:lnTo>
                    <a:pt x="2080797" y="2792251"/>
                  </a:lnTo>
                  <a:lnTo>
                    <a:pt x="2082288" y="2738110"/>
                  </a:lnTo>
                  <a:lnTo>
                    <a:pt x="2084778" y="2617004"/>
                  </a:lnTo>
                  <a:lnTo>
                    <a:pt x="2088972" y="2357526"/>
                  </a:lnTo>
                  <a:lnTo>
                    <a:pt x="2091354" y="2238603"/>
                  </a:lnTo>
                  <a:lnTo>
                    <a:pt x="2092764" y="2186100"/>
                  </a:lnTo>
                  <a:lnTo>
                    <a:pt x="2094377" y="2139856"/>
                  </a:lnTo>
                  <a:lnTo>
                    <a:pt x="2096235" y="2101088"/>
                  </a:lnTo>
                  <a:lnTo>
                    <a:pt x="2128230" y="2104041"/>
                  </a:lnTo>
                  <a:lnTo>
                    <a:pt x="2167061" y="2110384"/>
                  </a:lnTo>
                  <a:lnTo>
                    <a:pt x="2211846" y="2119710"/>
                  </a:lnTo>
                  <a:lnTo>
                    <a:pt x="2261705" y="2131616"/>
                  </a:lnTo>
                  <a:lnTo>
                    <a:pt x="2315758" y="2145697"/>
                  </a:lnTo>
                  <a:lnTo>
                    <a:pt x="2373125" y="2161550"/>
                  </a:lnTo>
                  <a:lnTo>
                    <a:pt x="2432926" y="2178769"/>
                  </a:lnTo>
                  <a:lnTo>
                    <a:pt x="2494280" y="2196951"/>
                  </a:lnTo>
                  <a:lnTo>
                    <a:pt x="2556307" y="2215691"/>
                  </a:lnTo>
                  <a:lnTo>
                    <a:pt x="2793543" y="2288145"/>
                  </a:lnTo>
                  <a:lnTo>
                    <a:pt x="2845732" y="2303610"/>
                  </a:lnTo>
                  <a:lnTo>
                    <a:pt x="2893313" y="2317208"/>
                  </a:lnTo>
                  <a:lnTo>
                    <a:pt x="2935406" y="2328533"/>
                  </a:lnTo>
                  <a:lnTo>
                    <a:pt x="2999605" y="2342750"/>
                  </a:lnTo>
                  <a:lnTo>
                    <a:pt x="3019950" y="2344833"/>
                  </a:lnTo>
                  <a:lnTo>
                    <a:pt x="3031286" y="2343027"/>
                  </a:lnTo>
                  <a:lnTo>
                    <a:pt x="3032733" y="2336927"/>
                  </a:lnTo>
                  <a:lnTo>
                    <a:pt x="3009005" y="2303066"/>
                  </a:lnTo>
                  <a:lnTo>
                    <a:pt x="2981587" y="2267589"/>
                  </a:lnTo>
                  <a:lnTo>
                    <a:pt x="2950918" y="2230753"/>
                  </a:lnTo>
                  <a:lnTo>
                    <a:pt x="2917438" y="2192818"/>
                  </a:lnTo>
                  <a:lnTo>
                    <a:pt x="2881585" y="2154040"/>
                  </a:lnTo>
                  <a:lnTo>
                    <a:pt x="2843799" y="2114679"/>
                  </a:lnTo>
                  <a:lnTo>
                    <a:pt x="2804518" y="2074991"/>
                  </a:lnTo>
                  <a:lnTo>
                    <a:pt x="2764182" y="2035236"/>
                  </a:lnTo>
                  <a:lnTo>
                    <a:pt x="2723230" y="1995671"/>
                  </a:lnTo>
                  <a:lnTo>
                    <a:pt x="2682100" y="1956554"/>
                  </a:lnTo>
                  <a:lnTo>
                    <a:pt x="2641232" y="1918143"/>
                  </a:lnTo>
                  <a:lnTo>
                    <a:pt x="2524589" y="1809730"/>
                  </a:lnTo>
                  <a:lnTo>
                    <a:pt x="2456185" y="1745718"/>
                  </a:lnTo>
                  <a:lnTo>
                    <a:pt x="2426108" y="1716965"/>
                  </a:lnTo>
                  <a:lnTo>
                    <a:pt x="2399365" y="1690725"/>
                  </a:lnTo>
                  <a:lnTo>
                    <a:pt x="2376397" y="1667256"/>
                  </a:lnTo>
                  <a:lnTo>
                    <a:pt x="2430345" y="1638208"/>
                  </a:lnTo>
                  <a:lnTo>
                    <a:pt x="2485804" y="1610697"/>
                  </a:lnTo>
                  <a:lnTo>
                    <a:pt x="2542201" y="1584638"/>
                  </a:lnTo>
                  <a:lnTo>
                    <a:pt x="2598965" y="1559946"/>
                  </a:lnTo>
                  <a:lnTo>
                    <a:pt x="2655522" y="1536535"/>
                  </a:lnTo>
                  <a:lnTo>
                    <a:pt x="2711300" y="1514319"/>
                  </a:lnTo>
                  <a:lnTo>
                    <a:pt x="2765727" y="1493214"/>
                  </a:lnTo>
                  <a:lnTo>
                    <a:pt x="2868236" y="1453991"/>
                  </a:lnTo>
                  <a:lnTo>
                    <a:pt x="2915173" y="1435703"/>
                  </a:lnTo>
                  <a:lnTo>
                    <a:pt x="2958468" y="1418183"/>
                  </a:lnTo>
                  <a:lnTo>
                    <a:pt x="2997549" y="1401346"/>
                  </a:lnTo>
                  <a:lnTo>
                    <a:pt x="3060778" y="1369378"/>
                  </a:lnTo>
                  <a:lnTo>
                    <a:pt x="3100279" y="1339117"/>
                  </a:lnTo>
                  <a:lnTo>
                    <a:pt x="3111473" y="1309877"/>
                  </a:lnTo>
                  <a:lnTo>
                    <a:pt x="3089046" y="1298668"/>
                  </a:lnTo>
                  <a:lnTo>
                    <a:pt x="3017130" y="1276636"/>
                  </a:lnTo>
                  <a:lnTo>
                    <a:pt x="2970218" y="1265900"/>
                  </a:lnTo>
                  <a:lnTo>
                    <a:pt x="2917723" y="1255409"/>
                  </a:lnTo>
                  <a:lnTo>
                    <a:pt x="2860931" y="1245205"/>
                  </a:lnTo>
                  <a:lnTo>
                    <a:pt x="2801133" y="1235333"/>
                  </a:lnTo>
                  <a:lnTo>
                    <a:pt x="2739617" y="1225835"/>
                  </a:lnTo>
                  <a:lnTo>
                    <a:pt x="2677672" y="1216755"/>
                  </a:lnTo>
                  <a:lnTo>
                    <a:pt x="2616587" y="1208136"/>
                  </a:lnTo>
                  <a:lnTo>
                    <a:pt x="2406615" y="1179142"/>
                  </a:lnTo>
                  <a:lnTo>
                    <a:pt x="2369158" y="1173480"/>
                  </a:lnTo>
                  <a:lnTo>
                    <a:pt x="2555340" y="827786"/>
                  </a:lnTo>
                  <a:lnTo>
                    <a:pt x="2592756" y="761923"/>
                  </a:lnTo>
                  <a:lnTo>
                    <a:pt x="2616718" y="718866"/>
                  </a:lnTo>
                  <a:lnTo>
                    <a:pt x="2642568" y="671082"/>
                  </a:lnTo>
                  <a:lnTo>
                    <a:pt x="2669092" y="620091"/>
                  </a:lnTo>
                  <a:lnTo>
                    <a:pt x="2695079" y="567412"/>
                  </a:lnTo>
                  <a:lnTo>
                    <a:pt x="2719318" y="514563"/>
                  </a:lnTo>
                  <a:lnTo>
                    <a:pt x="2740595" y="463064"/>
                  </a:lnTo>
                  <a:lnTo>
                    <a:pt x="2757700" y="414433"/>
                  </a:lnTo>
                  <a:lnTo>
                    <a:pt x="2769419" y="370189"/>
                  </a:lnTo>
                  <a:lnTo>
                    <a:pt x="2774542" y="331850"/>
                  </a:lnTo>
                  <a:lnTo>
                    <a:pt x="2757161" y="332696"/>
                  </a:lnTo>
                  <a:lnTo>
                    <a:pt x="2712937" y="347403"/>
                  </a:lnTo>
                  <a:lnTo>
                    <a:pt x="2657134" y="377712"/>
                  </a:lnTo>
                  <a:lnTo>
                    <a:pt x="2591004" y="421522"/>
                  </a:lnTo>
                  <a:lnTo>
                    <a:pt x="2554455" y="447833"/>
                  </a:lnTo>
                  <a:lnTo>
                    <a:pt x="2515793" y="476732"/>
                  </a:lnTo>
                  <a:lnTo>
                    <a:pt x="2475174" y="507956"/>
                  </a:lnTo>
                  <a:lnTo>
                    <a:pt x="2432753" y="541242"/>
                  </a:lnTo>
                  <a:lnTo>
                    <a:pt x="2388687" y="576327"/>
                  </a:lnTo>
                  <a:lnTo>
                    <a:pt x="2149143" y="769554"/>
                  </a:lnTo>
                  <a:lnTo>
                    <a:pt x="2098485" y="809922"/>
                  </a:lnTo>
                  <a:lnTo>
                    <a:pt x="2047275" y="850250"/>
                  </a:lnTo>
                  <a:lnTo>
                    <a:pt x="1995668" y="890276"/>
                  </a:lnTo>
                  <a:lnTo>
                    <a:pt x="1943822" y="929739"/>
                  </a:lnTo>
                  <a:lnTo>
                    <a:pt x="1891892" y="968375"/>
                  </a:lnTo>
                  <a:lnTo>
                    <a:pt x="1879856" y="933691"/>
                  </a:lnTo>
                  <a:lnTo>
                    <a:pt x="1866191" y="892342"/>
                  </a:lnTo>
                  <a:lnTo>
                    <a:pt x="1851088" y="845200"/>
                  </a:lnTo>
                  <a:lnTo>
                    <a:pt x="1834736" y="793136"/>
                  </a:lnTo>
                  <a:lnTo>
                    <a:pt x="1760660" y="553108"/>
                  </a:lnTo>
                  <a:lnTo>
                    <a:pt x="1721086" y="426237"/>
                  </a:lnTo>
                  <a:lnTo>
                    <a:pt x="1701332" y="364138"/>
                  </a:lnTo>
                  <a:lnTo>
                    <a:pt x="1681854" y="304094"/>
                  </a:lnTo>
                  <a:lnTo>
                    <a:pt x="1662842" y="246976"/>
                  </a:lnTo>
                  <a:lnTo>
                    <a:pt x="1644486" y="193656"/>
                  </a:lnTo>
                  <a:lnTo>
                    <a:pt x="1626978" y="145005"/>
                  </a:lnTo>
                  <a:lnTo>
                    <a:pt x="1610508" y="101897"/>
                  </a:lnTo>
                  <a:lnTo>
                    <a:pt x="1595266" y="65202"/>
                  </a:lnTo>
                  <a:lnTo>
                    <a:pt x="1569228" y="14542"/>
                  </a:lnTo>
                  <a:lnTo>
                    <a:pt x="1558813" y="2320"/>
                  </a:lnTo>
                  <a:lnTo>
                    <a:pt x="1550389" y="0"/>
                  </a:lnTo>
                  <a:close/>
                </a:path>
              </a:pathLst>
            </a:custGeom>
            <a:solidFill>
              <a:srgbClr val="D080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38185" y="2263648"/>
              <a:ext cx="214629" cy="113030"/>
            </a:xfrm>
            <a:custGeom>
              <a:avLst/>
              <a:gdLst/>
              <a:ahLst/>
              <a:cxnLst/>
              <a:rect l="l" t="t" r="r" b="b"/>
              <a:pathLst>
                <a:path w="214629" h="113030">
                  <a:moveTo>
                    <a:pt x="0" y="0"/>
                  </a:moveTo>
                  <a:lnTo>
                    <a:pt x="15114" y="41352"/>
                  </a:lnTo>
                  <a:lnTo>
                    <a:pt x="37671" y="74596"/>
                  </a:lnTo>
                  <a:lnTo>
                    <a:pt x="91821" y="110236"/>
                  </a:lnTo>
                  <a:lnTo>
                    <a:pt x="122828" y="112952"/>
                  </a:lnTo>
                  <a:lnTo>
                    <a:pt x="157861" y="106251"/>
                  </a:lnTo>
                  <a:lnTo>
                    <a:pt x="190511" y="85857"/>
                  </a:lnTo>
                  <a:lnTo>
                    <a:pt x="214375" y="47498"/>
                  </a:lnTo>
                </a:path>
              </a:pathLst>
            </a:custGeom>
            <a:ln w="53974">
              <a:solidFill>
                <a:srgbClr val="2C343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113587" y="1730845"/>
              <a:ext cx="305435" cy="354965"/>
            </a:xfrm>
            <a:custGeom>
              <a:avLst/>
              <a:gdLst/>
              <a:ahLst/>
              <a:cxnLst/>
              <a:rect l="l" t="t" r="r" b="b"/>
              <a:pathLst>
                <a:path w="305434" h="354964">
                  <a:moveTo>
                    <a:pt x="142049" y="0"/>
                  </a:moveTo>
                  <a:lnTo>
                    <a:pt x="103199" y="11636"/>
                  </a:lnTo>
                  <a:lnTo>
                    <a:pt x="68117" y="34025"/>
                  </a:lnTo>
                  <a:lnTo>
                    <a:pt x="38528" y="65738"/>
                  </a:lnTo>
                  <a:lnTo>
                    <a:pt x="16157" y="105346"/>
                  </a:lnTo>
                  <a:lnTo>
                    <a:pt x="2728" y="151421"/>
                  </a:lnTo>
                  <a:lnTo>
                    <a:pt x="0" y="199295"/>
                  </a:lnTo>
                  <a:lnTo>
                    <a:pt x="7822" y="244098"/>
                  </a:lnTo>
                  <a:lnTo>
                    <a:pt x="25064" y="283897"/>
                  </a:lnTo>
                  <a:lnTo>
                    <a:pt x="50593" y="316765"/>
                  </a:lnTo>
                  <a:lnTo>
                    <a:pt x="83276" y="340771"/>
                  </a:lnTo>
                  <a:lnTo>
                    <a:pt x="121981" y="353986"/>
                  </a:lnTo>
                  <a:lnTo>
                    <a:pt x="162918" y="354522"/>
                  </a:lnTo>
                  <a:lnTo>
                    <a:pt x="201784" y="342866"/>
                  </a:lnTo>
                  <a:lnTo>
                    <a:pt x="236869" y="320458"/>
                  </a:lnTo>
                  <a:lnTo>
                    <a:pt x="266460" y="288736"/>
                  </a:lnTo>
                  <a:lnTo>
                    <a:pt x="288848" y="249140"/>
                  </a:lnTo>
                  <a:lnTo>
                    <a:pt x="302321" y="203110"/>
                  </a:lnTo>
                  <a:lnTo>
                    <a:pt x="305041" y="155182"/>
                  </a:lnTo>
                  <a:lnTo>
                    <a:pt x="297194" y="110348"/>
                  </a:lnTo>
                  <a:lnTo>
                    <a:pt x="279922" y="70537"/>
                  </a:lnTo>
                  <a:lnTo>
                    <a:pt x="254362" y="37680"/>
                  </a:lnTo>
                  <a:lnTo>
                    <a:pt x="221656" y="13706"/>
                  </a:lnTo>
                  <a:lnTo>
                    <a:pt x="182941" y="545"/>
                  </a:lnTo>
                  <a:lnTo>
                    <a:pt x="1420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9176" y="1951404"/>
              <a:ext cx="233806" cy="13439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539164" y="1798672"/>
              <a:ext cx="305435" cy="354965"/>
            </a:xfrm>
            <a:custGeom>
              <a:avLst/>
              <a:gdLst/>
              <a:ahLst/>
              <a:cxnLst/>
              <a:rect l="l" t="t" r="r" b="b"/>
              <a:pathLst>
                <a:path w="305434" h="354964">
                  <a:moveTo>
                    <a:pt x="142058" y="0"/>
                  </a:moveTo>
                  <a:lnTo>
                    <a:pt x="103228" y="11655"/>
                  </a:lnTo>
                  <a:lnTo>
                    <a:pt x="68165" y="34064"/>
                  </a:lnTo>
                  <a:lnTo>
                    <a:pt x="38585" y="65786"/>
                  </a:lnTo>
                  <a:lnTo>
                    <a:pt x="16201" y="105381"/>
                  </a:lnTo>
                  <a:lnTo>
                    <a:pt x="2728" y="151412"/>
                  </a:lnTo>
                  <a:lnTo>
                    <a:pt x="0" y="199287"/>
                  </a:lnTo>
                  <a:lnTo>
                    <a:pt x="7822" y="244089"/>
                  </a:lnTo>
                  <a:lnTo>
                    <a:pt x="25064" y="283889"/>
                  </a:lnTo>
                  <a:lnTo>
                    <a:pt x="50593" y="316756"/>
                  </a:lnTo>
                  <a:lnTo>
                    <a:pt x="83276" y="340762"/>
                  </a:lnTo>
                  <a:lnTo>
                    <a:pt x="121981" y="353977"/>
                  </a:lnTo>
                  <a:lnTo>
                    <a:pt x="162918" y="354513"/>
                  </a:lnTo>
                  <a:lnTo>
                    <a:pt x="201784" y="342857"/>
                  </a:lnTo>
                  <a:lnTo>
                    <a:pt x="236869" y="320449"/>
                  </a:lnTo>
                  <a:lnTo>
                    <a:pt x="266460" y="288727"/>
                  </a:lnTo>
                  <a:lnTo>
                    <a:pt x="288848" y="249131"/>
                  </a:lnTo>
                  <a:lnTo>
                    <a:pt x="302321" y="203101"/>
                  </a:lnTo>
                  <a:lnTo>
                    <a:pt x="305049" y="155173"/>
                  </a:lnTo>
                  <a:lnTo>
                    <a:pt x="297222" y="110339"/>
                  </a:lnTo>
                  <a:lnTo>
                    <a:pt x="279969" y="70529"/>
                  </a:lnTo>
                  <a:lnTo>
                    <a:pt x="254419" y="37671"/>
                  </a:lnTo>
                  <a:lnTo>
                    <a:pt x="221700" y="13697"/>
                  </a:lnTo>
                  <a:lnTo>
                    <a:pt x="182941" y="536"/>
                  </a:lnTo>
                  <a:lnTo>
                    <a:pt x="1420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4752" y="2019222"/>
              <a:ext cx="233806" cy="13439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014970" y="4662823"/>
              <a:ext cx="2282190" cy="2195195"/>
            </a:xfrm>
            <a:custGeom>
              <a:avLst/>
              <a:gdLst/>
              <a:ahLst/>
              <a:cxnLst/>
              <a:rect l="l" t="t" r="r" b="b"/>
              <a:pathLst>
                <a:path w="2282190" h="2195195">
                  <a:moveTo>
                    <a:pt x="1106343" y="75"/>
                  </a:moveTo>
                  <a:lnTo>
                    <a:pt x="1044079" y="0"/>
                  </a:lnTo>
                  <a:lnTo>
                    <a:pt x="982454" y="432"/>
                  </a:lnTo>
                  <a:lnTo>
                    <a:pt x="922781" y="1227"/>
                  </a:lnTo>
                  <a:lnTo>
                    <a:pt x="729865" y="5136"/>
                  </a:lnTo>
                  <a:lnTo>
                    <a:pt x="699643" y="5569"/>
                  </a:lnTo>
                  <a:lnTo>
                    <a:pt x="651536" y="47490"/>
                  </a:lnTo>
                  <a:lnTo>
                    <a:pt x="606876" y="89755"/>
                  </a:lnTo>
                  <a:lnTo>
                    <a:pt x="565479" y="132300"/>
                  </a:lnTo>
                  <a:lnTo>
                    <a:pt x="527157" y="175064"/>
                  </a:lnTo>
                  <a:lnTo>
                    <a:pt x="491724" y="217984"/>
                  </a:lnTo>
                  <a:lnTo>
                    <a:pt x="458996" y="260998"/>
                  </a:lnTo>
                  <a:lnTo>
                    <a:pt x="428784" y="304042"/>
                  </a:lnTo>
                  <a:lnTo>
                    <a:pt x="400905" y="347055"/>
                  </a:lnTo>
                  <a:lnTo>
                    <a:pt x="375170" y="389973"/>
                  </a:lnTo>
                  <a:lnTo>
                    <a:pt x="351396" y="432735"/>
                  </a:lnTo>
                  <a:lnTo>
                    <a:pt x="329394" y="475277"/>
                  </a:lnTo>
                  <a:lnTo>
                    <a:pt x="308980" y="517538"/>
                  </a:lnTo>
                  <a:lnTo>
                    <a:pt x="289967" y="559454"/>
                  </a:lnTo>
                  <a:lnTo>
                    <a:pt x="272170" y="600964"/>
                  </a:lnTo>
                  <a:lnTo>
                    <a:pt x="255402" y="642003"/>
                  </a:lnTo>
                  <a:lnTo>
                    <a:pt x="239477" y="682511"/>
                  </a:lnTo>
                  <a:lnTo>
                    <a:pt x="180488" y="837973"/>
                  </a:lnTo>
                  <a:lnTo>
                    <a:pt x="165988" y="874884"/>
                  </a:lnTo>
                  <a:lnTo>
                    <a:pt x="140974" y="936097"/>
                  </a:lnTo>
                  <a:lnTo>
                    <a:pt x="127471" y="972651"/>
                  </a:lnTo>
                  <a:lnTo>
                    <a:pt x="113603" y="1012778"/>
                  </a:lnTo>
                  <a:lnTo>
                    <a:pt x="99593" y="1056186"/>
                  </a:lnTo>
                  <a:lnTo>
                    <a:pt x="85664" y="1102581"/>
                  </a:lnTo>
                  <a:lnTo>
                    <a:pt x="72039" y="1151670"/>
                  </a:lnTo>
                  <a:lnTo>
                    <a:pt x="58943" y="1203160"/>
                  </a:lnTo>
                  <a:lnTo>
                    <a:pt x="46599" y="1256757"/>
                  </a:lnTo>
                  <a:lnTo>
                    <a:pt x="35229" y="1312168"/>
                  </a:lnTo>
                  <a:lnTo>
                    <a:pt x="25058" y="1369100"/>
                  </a:lnTo>
                  <a:lnTo>
                    <a:pt x="16309" y="1427260"/>
                  </a:lnTo>
                  <a:lnTo>
                    <a:pt x="9205" y="1486354"/>
                  </a:lnTo>
                  <a:lnTo>
                    <a:pt x="3970" y="1546089"/>
                  </a:lnTo>
                  <a:lnTo>
                    <a:pt x="827" y="1606172"/>
                  </a:lnTo>
                  <a:lnTo>
                    <a:pt x="0" y="1666310"/>
                  </a:lnTo>
                  <a:lnTo>
                    <a:pt x="2142924" y="2195176"/>
                  </a:lnTo>
                  <a:lnTo>
                    <a:pt x="2182927" y="2195176"/>
                  </a:lnTo>
                  <a:lnTo>
                    <a:pt x="2195658" y="2129628"/>
                  </a:lnTo>
                  <a:lnTo>
                    <a:pt x="2208805" y="2057969"/>
                  </a:lnTo>
                  <a:lnTo>
                    <a:pt x="2220605" y="1989460"/>
                  </a:lnTo>
                  <a:lnTo>
                    <a:pt x="2231125" y="1923942"/>
                  </a:lnTo>
                  <a:lnTo>
                    <a:pt x="2240434" y="1861256"/>
                  </a:lnTo>
                  <a:lnTo>
                    <a:pt x="2248596" y="1801244"/>
                  </a:lnTo>
                  <a:lnTo>
                    <a:pt x="2255681" y="1743745"/>
                  </a:lnTo>
                  <a:lnTo>
                    <a:pt x="2261754" y="1688601"/>
                  </a:lnTo>
                  <a:lnTo>
                    <a:pt x="2266883" y="1635653"/>
                  </a:lnTo>
                  <a:lnTo>
                    <a:pt x="2271134" y="1584741"/>
                  </a:lnTo>
                  <a:lnTo>
                    <a:pt x="2274576" y="1535706"/>
                  </a:lnTo>
                  <a:lnTo>
                    <a:pt x="2277275" y="1488389"/>
                  </a:lnTo>
                  <a:lnTo>
                    <a:pt x="2279298" y="1442631"/>
                  </a:lnTo>
                  <a:lnTo>
                    <a:pt x="2280712" y="1398273"/>
                  </a:lnTo>
                  <a:lnTo>
                    <a:pt x="2281584" y="1355155"/>
                  </a:lnTo>
                  <a:lnTo>
                    <a:pt x="2281982" y="1313119"/>
                  </a:lnTo>
                  <a:lnTo>
                    <a:pt x="2281972" y="1272006"/>
                  </a:lnTo>
                  <a:lnTo>
                    <a:pt x="2281622" y="1231655"/>
                  </a:lnTo>
                  <a:lnTo>
                    <a:pt x="2280168" y="1152607"/>
                  </a:lnTo>
                  <a:lnTo>
                    <a:pt x="2277109" y="1035780"/>
                  </a:lnTo>
                  <a:lnTo>
                    <a:pt x="2272384" y="982937"/>
                  </a:lnTo>
                  <a:lnTo>
                    <a:pt x="2265464" y="939493"/>
                  </a:lnTo>
                  <a:lnTo>
                    <a:pt x="2256093" y="887665"/>
                  </a:lnTo>
                  <a:lnTo>
                    <a:pt x="2244708" y="829679"/>
                  </a:lnTo>
                  <a:lnTo>
                    <a:pt x="2231750" y="767757"/>
                  </a:lnTo>
                  <a:lnTo>
                    <a:pt x="2217656" y="704124"/>
                  </a:lnTo>
                  <a:lnTo>
                    <a:pt x="2202867" y="641005"/>
                  </a:lnTo>
                  <a:lnTo>
                    <a:pt x="2187821" y="580623"/>
                  </a:lnTo>
                  <a:lnTo>
                    <a:pt x="2172958" y="525203"/>
                  </a:lnTo>
                  <a:lnTo>
                    <a:pt x="2158716" y="476969"/>
                  </a:lnTo>
                  <a:lnTo>
                    <a:pt x="2145535" y="438144"/>
                  </a:lnTo>
                  <a:lnTo>
                    <a:pt x="2108235" y="376687"/>
                  </a:lnTo>
                  <a:lnTo>
                    <a:pt x="2071863" y="341554"/>
                  </a:lnTo>
                  <a:lnTo>
                    <a:pt x="2028507" y="306082"/>
                  </a:lnTo>
                  <a:lnTo>
                    <a:pt x="1935910" y="236240"/>
                  </a:lnTo>
                  <a:lnTo>
                    <a:pt x="1894204" y="202927"/>
                  </a:lnTo>
                  <a:lnTo>
                    <a:pt x="1838810" y="172377"/>
                  </a:lnTo>
                  <a:lnTo>
                    <a:pt x="1784836" y="145952"/>
                  </a:lnTo>
                  <a:lnTo>
                    <a:pt x="1732317" y="123063"/>
                  </a:lnTo>
                  <a:lnTo>
                    <a:pt x="1681291" y="103121"/>
                  </a:lnTo>
                  <a:lnTo>
                    <a:pt x="1631794" y="85539"/>
                  </a:lnTo>
                  <a:lnTo>
                    <a:pt x="1583864" y="69727"/>
                  </a:lnTo>
                  <a:lnTo>
                    <a:pt x="1492845" y="41062"/>
                  </a:lnTo>
                  <a:lnTo>
                    <a:pt x="1449831" y="27032"/>
                  </a:lnTo>
                  <a:lnTo>
                    <a:pt x="1381312" y="13159"/>
                  </a:lnTo>
                  <a:lnTo>
                    <a:pt x="1335541" y="8365"/>
                  </a:lnTo>
                  <a:lnTo>
                    <a:pt x="1283846" y="4804"/>
                  </a:lnTo>
                  <a:lnTo>
                    <a:pt x="1227539" y="2333"/>
                  </a:lnTo>
                  <a:lnTo>
                    <a:pt x="1167934" y="805"/>
                  </a:lnTo>
                  <a:lnTo>
                    <a:pt x="1106343" y="75"/>
                  </a:lnTo>
                  <a:close/>
                </a:path>
              </a:pathLst>
            </a:custGeom>
            <a:solidFill>
              <a:srgbClr val="E3C1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467088" y="5330952"/>
              <a:ext cx="314325" cy="372110"/>
            </a:xfrm>
            <a:custGeom>
              <a:avLst/>
              <a:gdLst/>
              <a:ahLst/>
              <a:cxnLst/>
              <a:rect l="l" t="t" r="r" b="b"/>
              <a:pathLst>
                <a:path w="314325" h="372110">
                  <a:moveTo>
                    <a:pt x="156971" y="0"/>
                  </a:moveTo>
                  <a:lnTo>
                    <a:pt x="115226" y="6637"/>
                  </a:lnTo>
                  <a:lnTo>
                    <a:pt x="77724" y="25371"/>
                  </a:lnTo>
                  <a:lnTo>
                    <a:pt x="45958" y="54435"/>
                  </a:lnTo>
                  <a:lnTo>
                    <a:pt x="21420" y="92060"/>
                  </a:lnTo>
                  <a:lnTo>
                    <a:pt x="5603" y="136480"/>
                  </a:lnTo>
                  <a:lnTo>
                    <a:pt x="0" y="185928"/>
                  </a:lnTo>
                  <a:lnTo>
                    <a:pt x="5603" y="235353"/>
                  </a:lnTo>
                  <a:lnTo>
                    <a:pt x="21420" y="279766"/>
                  </a:lnTo>
                  <a:lnTo>
                    <a:pt x="45958" y="317396"/>
                  </a:lnTo>
                  <a:lnTo>
                    <a:pt x="77724" y="346470"/>
                  </a:lnTo>
                  <a:lnTo>
                    <a:pt x="115226" y="365214"/>
                  </a:lnTo>
                  <a:lnTo>
                    <a:pt x="156971" y="371856"/>
                  </a:lnTo>
                  <a:lnTo>
                    <a:pt x="198717" y="365214"/>
                  </a:lnTo>
                  <a:lnTo>
                    <a:pt x="236219" y="346470"/>
                  </a:lnTo>
                  <a:lnTo>
                    <a:pt x="267985" y="317396"/>
                  </a:lnTo>
                  <a:lnTo>
                    <a:pt x="292523" y="279766"/>
                  </a:lnTo>
                  <a:lnTo>
                    <a:pt x="308340" y="235353"/>
                  </a:lnTo>
                  <a:lnTo>
                    <a:pt x="313943" y="185928"/>
                  </a:lnTo>
                  <a:lnTo>
                    <a:pt x="308340" y="136480"/>
                  </a:lnTo>
                  <a:lnTo>
                    <a:pt x="292523" y="92060"/>
                  </a:lnTo>
                  <a:lnTo>
                    <a:pt x="267985" y="54435"/>
                  </a:lnTo>
                  <a:lnTo>
                    <a:pt x="236219" y="25371"/>
                  </a:lnTo>
                  <a:lnTo>
                    <a:pt x="198717" y="6637"/>
                  </a:lnTo>
                  <a:lnTo>
                    <a:pt x="1569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6232" y="5330952"/>
              <a:ext cx="187833" cy="17061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906255" y="5236464"/>
              <a:ext cx="317500" cy="372110"/>
            </a:xfrm>
            <a:custGeom>
              <a:avLst/>
              <a:gdLst/>
              <a:ahLst/>
              <a:cxnLst/>
              <a:rect l="l" t="t" r="r" b="b"/>
              <a:pathLst>
                <a:path w="317500" h="372110">
                  <a:moveTo>
                    <a:pt x="158496" y="0"/>
                  </a:moveTo>
                  <a:lnTo>
                    <a:pt x="116372" y="6637"/>
                  </a:lnTo>
                  <a:lnTo>
                    <a:pt x="78514" y="25371"/>
                  </a:lnTo>
                  <a:lnTo>
                    <a:pt x="46434" y="54435"/>
                  </a:lnTo>
                  <a:lnTo>
                    <a:pt x="21646" y="92060"/>
                  </a:lnTo>
                  <a:lnTo>
                    <a:pt x="5663" y="136480"/>
                  </a:lnTo>
                  <a:lnTo>
                    <a:pt x="0" y="185928"/>
                  </a:lnTo>
                  <a:lnTo>
                    <a:pt x="5663" y="235375"/>
                  </a:lnTo>
                  <a:lnTo>
                    <a:pt x="21646" y="279795"/>
                  </a:lnTo>
                  <a:lnTo>
                    <a:pt x="46434" y="317420"/>
                  </a:lnTo>
                  <a:lnTo>
                    <a:pt x="78514" y="346484"/>
                  </a:lnTo>
                  <a:lnTo>
                    <a:pt x="116372" y="365218"/>
                  </a:lnTo>
                  <a:lnTo>
                    <a:pt x="158496" y="371856"/>
                  </a:lnTo>
                  <a:lnTo>
                    <a:pt x="200619" y="365218"/>
                  </a:lnTo>
                  <a:lnTo>
                    <a:pt x="238477" y="346484"/>
                  </a:lnTo>
                  <a:lnTo>
                    <a:pt x="270557" y="317420"/>
                  </a:lnTo>
                  <a:lnTo>
                    <a:pt x="295345" y="279795"/>
                  </a:lnTo>
                  <a:lnTo>
                    <a:pt x="311328" y="235375"/>
                  </a:lnTo>
                  <a:lnTo>
                    <a:pt x="316992" y="185928"/>
                  </a:lnTo>
                  <a:lnTo>
                    <a:pt x="311328" y="136480"/>
                  </a:lnTo>
                  <a:lnTo>
                    <a:pt x="295345" y="92060"/>
                  </a:lnTo>
                  <a:lnTo>
                    <a:pt x="270557" y="54435"/>
                  </a:lnTo>
                  <a:lnTo>
                    <a:pt x="238477" y="25371"/>
                  </a:lnTo>
                  <a:lnTo>
                    <a:pt x="200619" y="6637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5400" y="5236464"/>
              <a:ext cx="187832" cy="1675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35440" y="5529071"/>
              <a:ext cx="173735" cy="106667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422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400" spc="-10"/>
              <a:t>Competencias</a:t>
            </a:r>
            <a:endParaRPr sz="6400"/>
          </a:p>
        </p:txBody>
      </p:sp>
      <p:sp>
        <p:nvSpPr>
          <p:cNvPr id="19" name="object 19"/>
          <p:cNvSpPr txBox="1"/>
          <p:nvPr/>
        </p:nvSpPr>
        <p:spPr>
          <a:xfrm>
            <a:off x="1054709" y="1873707"/>
            <a:ext cx="3830320" cy="31984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10"/>
              </a:spcBef>
            </a:pPr>
            <a:r>
              <a:rPr dirty="0" u="sng" sz="1600" spc="5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Competencias</a:t>
            </a:r>
            <a:r>
              <a:rPr dirty="0" u="sng" sz="1600" spc="-13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spc="4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aplicadas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u="sng" sz="16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Técnicas</a:t>
            </a:r>
            <a:r>
              <a:rPr dirty="0" u="sng" sz="1600" spc="7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</a:t>
            </a:r>
            <a:r>
              <a:rPr dirty="0" u="sng" sz="1600" spc="55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operativas: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19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spc="50" b="1">
                <a:latin typeface="Trebuchet MS"/>
                <a:cs typeface="Trebuchet MS"/>
              </a:rPr>
              <a:t>Soluciones</a:t>
            </a:r>
            <a:r>
              <a:rPr dirty="0" sz="1600" spc="-110" b="1">
                <a:latin typeface="Trebuchet MS"/>
                <a:cs typeface="Trebuchet MS"/>
              </a:rPr>
              <a:t> </a:t>
            </a:r>
            <a:r>
              <a:rPr dirty="0" sz="1600" spc="70" b="1">
                <a:latin typeface="Trebuchet MS"/>
                <a:cs typeface="Trebuchet MS"/>
              </a:rPr>
              <a:t>de</a:t>
            </a:r>
            <a:r>
              <a:rPr dirty="0" sz="1600" spc="-5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software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17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rebuchet MS"/>
                <a:cs typeface="Trebuchet MS"/>
              </a:rPr>
              <a:t>Ingeniería</a:t>
            </a:r>
            <a:r>
              <a:rPr dirty="0" sz="1600" spc="-10" b="1">
                <a:latin typeface="Trebuchet MS"/>
                <a:cs typeface="Trebuchet MS"/>
              </a:rPr>
              <a:t> </a:t>
            </a:r>
            <a:r>
              <a:rPr dirty="0" sz="1600" spc="70" b="1">
                <a:latin typeface="Trebuchet MS"/>
                <a:cs typeface="Trebuchet MS"/>
              </a:rPr>
              <a:t>de</a:t>
            </a:r>
            <a:r>
              <a:rPr dirty="0" sz="1600" spc="1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requisitos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14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rebuchet MS"/>
                <a:cs typeface="Trebuchet MS"/>
              </a:rPr>
              <a:t>Evaluación</a:t>
            </a:r>
            <a:r>
              <a:rPr dirty="0" sz="1600" spc="-5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y</a:t>
            </a:r>
            <a:r>
              <a:rPr dirty="0" sz="1600" spc="-25" b="1">
                <a:latin typeface="Trebuchet MS"/>
                <a:cs typeface="Trebuchet MS"/>
              </a:rPr>
              <a:t> </a:t>
            </a:r>
            <a:r>
              <a:rPr dirty="0" sz="1600" spc="45" b="1">
                <a:latin typeface="Trebuchet MS"/>
                <a:cs typeface="Trebuchet MS"/>
              </a:rPr>
              <a:t>gestión</a:t>
            </a:r>
            <a:r>
              <a:rPr dirty="0" sz="1600" b="1">
                <a:latin typeface="Trebuchet MS"/>
                <a:cs typeface="Trebuchet MS"/>
              </a:rPr>
              <a:t> </a:t>
            </a:r>
            <a:r>
              <a:rPr dirty="0" sz="1600" spc="65" b="1">
                <a:latin typeface="Trebuchet MS"/>
                <a:cs typeface="Trebuchet MS"/>
              </a:rPr>
              <a:t>de</a:t>
            </a:r>
            <a:r>
              <a:rPr dirty="0" sz="1600" spc="1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proyectos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u="sng" sz="1600" spc="-10" b="1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Transversales: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137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rebuchet MS"/>
                <a:cs typeface="Trebuchet MS"/>
              </a:rPr>
              <a:t>Trabajo</a:t>
            </a:r>
            <a:r>
              <a:rPr dirty="0" sz="1600" spc="-60" b="1">
                <a:latin typeface="Trebuchet MS"/>
                <a:cs typeface="Trebuchet MS"/>
              </a:rPr>
              <a:t> </a:t>
            </a:r>
            <a:r>
              <a:rPr dirty="0" sz="1600" b="1">
                <a:latin typeface="Trebuchet MS"/>
                <a:cs typeface="Trebuchet MS"/>
              </a:rPr>
              <a:t>en</a:t>
            </a:r>
            <a:r>
              <a:rPr dirty="0" sz="1600" spc="-6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equipo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38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spc="20" b="1">
                <a:latin typeface="Trebuchet MS"/>
                <a:cs typeface="Trebuchet MS"/>
              </a:rPr>
              <a:t>Comunicación</a:t>
            </a:r>
            <a:r>
              <a:rPr dirty="0" sz="1600" spc="135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efectiva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38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spc="20" b="1">
                <a:latin typeface="Trebuchet MS"/>
                <a:cs typeface="Trebuchet MS"/>
              </a:rPr>
              <a:t>Resolución</a:t>
            </a:r>
            <a:r>
              <a:rPr dirty="0" sz="1600" spc="-5" b="1">
                <a:latin typeface="Trebuchet MS"/>
                <a:cs typeface="Trebuchet MS"/>
              </a:rPr>
              <a:t> </a:t>
            </a:r>
            <a:r>
              <a:rPr dirty="0" sz="1600" spc="70" b="1">
                <a:latin typeface="Trebuchet MS"/>
                <a:cs typeface="Trebuchet MS"/>
              </a:rPr>
              <a:t>de</a:t>
            </a:r>
            <a:r>
              <a:rPr dirty="0" sz="1600" spc="40" b="1">
                <a:latin typeface="Trebuchet MS"/>
                <a:cs typeface="Trebuchet MS"/>
              </a:rPr>
              <a:t> problemas</a:t>
            </a:r>
            <a:endParaRPr sz="1600">
              <a:latin typeface="Trebuchet MS"/>
              <a:cs typeface="Trebuchet MS"/>
            </a:endParaRPr>
          </a:p>
          <a:p>
            <a:pPr marL="469265" indent="-328930">
              <a:lnSpc>
                <a:spcPct val="100000"/>
              </a:lnSpc>
              <a:spcBef>
                <a:spcPts val="38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600" b="1">
                <a:latin typeface="Trebuchet MS"/>
                <a:cs typeface="Trebuchet MS"/>
              </a:rPr>
              <a:t>Pensamiento</a:t>
            </a:r>
            <a:r>
              <a:rPr dirty="0" sz="1600" spc="250" b="1">
                <a:latin typeface="Trebuchet MS"/>
                <a:cs typeface="Trebuchet MS"/>
              </a:rPr>
              <a:t> </a:t>
            </a:r>
            <a:r>
              <a:rPr dirty="0" sz="1600" spc="-10" b="1">
                <a:latin typeface="Trebuchet MS"/>
                <a:cs typeface="Trebuchet MS"/>
              </a:rPr>
              <a:t>crítico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5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58639" y="774014"/>
            <a:ext cx="2196465" cy="6953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Riesgos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93737" y="1504950"/>
          <a:ext cx="10605135" cy="4041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/>
                <a:gridCol w="3505200"/>
                <a:gridCol w="3505200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65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Riesgo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0805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5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Impacto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0805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Mitigación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0805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Retraso</a:t>
                      </a:r>
                      <a:r>
                        <a:rPr dirty="0" sz="1800" spc="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50">
                          <a:latin typeface="Trebuchet MS"/>
                          <a:cs typeface="Trebuchet MS"/>
                        </a:rPr>
                        <a:t>del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proyecto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Alto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Priorizar</a:t>
                      </a:r>
                      <a:r>
                        <a:rPr dirty="0" sz="1800" spc="-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60">
                          <a:latin typeface="Trebuchet MS"/>
                          <a:cs typeface="Trebuchet MS"/>
                        </a:rPr>
                        <a:t>MVP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 marR="4476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Complejidad</a:t>
                      </a:r>
                      <a:r>
                        <a:rPr dirty="0" sz="1800" spc="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del</a:t>
                      </a:r>
                      <a:r>
                        <a:rPr dirty="0" sz="1800" spc="1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sistema</a:t>
                      </a:r>
                      <a:r>
                        <a:rPr dirty="0" sz="1800" spc="19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60">
                          <a:latin typeface="Trebuchet MS"/>
                          <a:cs typeface="Trebuchet MS"/>
                        </a:rPr>
                        <a:t>de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unión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Alto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800" spc="10">
                          <a:latin typeface="Trebuchet MS"/>
                          <a:cs typeface="Trebuchet MS"/>
                        </a:rPr>
                        <a:t>Implementación</a:t>
                      </a:r>
                      <a:r>
                        <a:rPr dirty="0" sz="1800" spc="2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incremental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Errores</a:t>
                      </a:r>
                      <a:r>
                        <a:rPr dirty="0" sz="1800" spc="1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45">
                          <a:latin typeface="Trebuchet MS"/>
                          <a:cs typeface="Trebuchet MS"/>
                        </a:rPr>
                        <a:t>geométricos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Alto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65">
                          <a:latin typeface="Trebuchet MS"/>
                          <a:cs typeface="Trebuchet MS"/>
                        </a:rPr>
                        <a:t>Pruebas</a:t>
                      </a:r>
                      <a:r>
                        <a:rPr dirty="0" sz="1800" spc="-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85">
                          <a:latin typeface="Trebuchet MS"/>
                          <a:cs typeface="Trebuchet MS"/>
                        </a:rPr>
                        <a:t>con</a:t>
                      </a:r>
                      <a:r>
                        <a:rPr dirty="0" sz="1800" spc="-4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diferentes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 piezas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Falta</a:t>
                      </a:r>
                      <a:r>
                        <a:rPr dirty="0" sz="1800" spc="-8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8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800" spc="-6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tiempo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Alto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Reducir</a:t>
                      </a:r>
                      <a:r>
                        <a:rPr dirty="0" sz="1800" spc="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funcionalidades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800" spc="35">
                          <a:latin typeface="Trebuchet MS"/>
                          <a:cs typeface="Trebuchet MS"/>
                        </a:rPr>
                        <a:t>secundarias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60">
                          <a:latin typeface="Trebuchet MS"/>
                          <a:cs typeface="Trebuchet MS"/>
                        </a:rPr>
                        <a:t>Problemas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85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integración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80">
                          <a:latin typeface="Trebuchet MS"/>
                          <a:cs typeface="Trebuchet MS"/>
                        </a:rPr>
                        <a:t>Medio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Probar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65">
                          <a:latin typeface="Trebuchet MS"/>
                          <a:cs typeface="Trebuchet MS"/>
                        </a:rPr>
                        <a:t>cada</a:t>
                      </a:r>
                      <a:r>
                        <a:rPr dirty="0" sz="1800" spc="1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70">
                          <a:latin typeface="Trebuchet MS"/>
                          <a:cs typeface="Trebuchet MS"/>
                        </a:rPr>
                        <a:t>módulo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rebuchet MS"/>
                          <a:cs typeface="Trebuchet MS"/>
                        </a:rPr>
                        <a:t>individualmente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60">
                          <a:latin typeface="Trebuchet MS"/>
                          <a:cs typeface="Trebuchet MS"/>
                        </a:rPr>
                        <a:t>Cambio</a:t>
                      </a:r>
                      <a:r>
                        <a:rPr dirty="0" sz="1800" spc="-4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85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800" spc="-7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plataforma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0">
                          <a:latin typeface="Trebuchet MS"/>
                          <a:cs typeface="Trebuchet MS"/>
                        </a:rPr>
                        <a:t>Alto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Mantener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55">
                          <a:latin typeface="Trebuchet MS"/>
                          <a:cs typeface="Trebuchet MS"/>
                        </a:rPr>
                        <a:t>JavaFX</a:t>
                      </a:r>
                      <a:r>
                        <a:rPr dirty="0" sz="1800" spc="2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10">
                          <a:latin typeface="Trebuchet MS"/>
                          <a:cs typeface="Trebuchet MS"/>
                        </a:rPr>
                        <a:t>como</a:t>
                      </a:r>
                      <a:r>
                        <a:rPr dirty="0" sz="1800" spc="6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60">
                          <a:latin typeface="Trebuchet MS"/>
                          <a:cs typeface="Trebuchet MS"/>
                        </a:rPr>
                        <a:t>MVP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6EB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60">
                          <a:latin typeface="Trebuchet MS"/>
                          <a:cs typeface="Trebuchet MS"/>
                        </a:rPr>
                        <a:t>Problemas</a:t>
                      </a:r>
                      <a:r>
                        <a:rPr dirty="0" sz="1800" spc="-5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85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-10">
                          <a:latin typeface="Trebuchet MS"/>
                          <a:cs typeface="Trebuchet MS"/>
                        </a:rPr>
                        <a:t>rendimiento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80">
                          <a:latin typeface="Trebuchet MS"/>
                          <a:cs typeface="Trebuchet MS"/>
                        </a:rPr>
                        <a:t>Medio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25">
                          <a:latin typeface="Trebuchet MS"/>
                          <a:cs typeface="Trebuchet MS"/>
                        </a:rPr>
                        <a:t>Limitar</a:t>
                      </a:r>
                      <a:r>
                        <a:rPr dirty="0" sz="1800" spc="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cantidad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80">
                          <a:latin typeface="Trebuchet MS"/>
                          <a:cs typeface="Trebuchet MS"/>
                        </a:rPr>
                        <a:t>de</a:t>
                      </a:r>
                      <a:r>
                        <a:rPr dirty="0" sz="18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>
                          <a:latin typeface="Trebuchet MS"/>
                          <a:cs typeface="Trebuchet MS"/>
                        </a:rPr>
                        <a:t>piezas</a:t>
                      </a:r>
                      <a:r>
                        <a:rPr dirty="0" sz="1800" spc="35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30">
                          <a:latin typeface="Trebuchet MS"/>
                          <a:cs typeface="Trebuchet MS"/>
                        </a:rPr>
                        <a:t>en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dirty="0" sz="1800">
                          <a:latin typeface="Trebuchet MS"/>
                          <a:cs typeface="Trebuchet MS"/>
                        </a:rPr>
                        <a:t>el</a:t>
                      </a:r>
                      <a:r>
                        <a:rPr dirty="0" sz="1800" spc="-5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800" spc="160">
                          <a:latin typeface="Trebuchet MS"/>
                          <a:cs typeface="Trebuchet MS"/>
                        </a:rPr>
                        <a:t>MVP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6D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058015" cy="6858000"/>
            <a:chOff x="0" y="0"/>
            <a:chExt cx="1205801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057888" cy="6857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10183" y="1274063"/>
              <a:ext cx="3865245" cy="4474845"/>
            </a:xfrm>
            <a:custGeom>
              <a:avLst/>
              <a:gdLst/>
              <a:ahLst/>
              <a:cxnLst/>
              <a:rect l="l" t="t" r="r" b="b"/>
              <a:pathLst>
                <a:path w="3865245" h="4474845">
                  <a:moveTo>
                    <a:pt x="3864864" y="0"/>
                  </a:moveTo>
                  <a:lnTo>
                    <a:pt x="0" y="0"/>
                  </a:lnTo>
                  <a:lnTo>
                    <a:pt x="0" y="4474464"/>
                  </a:lnTo>
                  <a:lnTo>
                    <a:pt x="3864864" y="4474464"/>
                  </a:lnTo>
                  <a:lnTo>
                    <a:pt x="3864864" y="0"/>
                  </a:lnTo>
                  <a:close/>
                </a:path>
              </a:pathLst>
            </a:custGeom>
            <a:solidFill>
              <a:srgbClr val="92A2C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89228" y="1470970"/>
            <a:ext cx="3642995" cy="420116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Resumen</a:t>
            </a:r>
            <a:r>
              <a:rPr dirty="0" sz="1700" spc="-1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9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Seguridad:</a:t>
            </a:r>
            <a:endParaRPr sz="1700">
              <a:latin typeface="Trebuchet MS"/>
              <a:cs typeface="Trebuchet MS"/>
            </a:endParaRPr>
          </a:p>
          <a:p>
            <a:pPr marL="64135" marR="5080">
              <a:lnSpc>
                <a:spcPct val="114999"/>
              </a:lnSpc>
              <a:spcBef>
                <a:spcPts val="10"/>
              </a:spcBef>
            </a:pPr>
            <a:r>
              <a:rPr dirty="0" sz="1700" spc="90" b="1">
                <a:solidFill>
                  <a:srgbClr val="2C3430"/>
                </a:solidFill>
                <a:latin typeface="Trebuchet MS"/>
                <a:cs typeface="Trebuchet MS"/>
              </a:rPr>
              <a:t>Como</a:t>
            </a:r>
            <a:r>
              <a:rPr dirty="0" sz="1700" spc="-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el</a:t>
            </a:r>
            <a:r>
              <a:rPr dirty="0" sz="1700" spc="-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10" b="1">
                <a:solidFill>
                  <a:srgbClr val="2C3430"/>
                </a:solidFill>
                <a:latin typeface="Trebuchet MS"/>
                <a:cs typeface="Trebuchet MS"/>
              </a:rPr>
              <a:t>MVP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 actual</a:t>
            </a:r>
            <a:r>
              <a:rPr dirty="0" sz="1700" spc="-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es</a:t>
            </a:r>
            <a:r>
              <a:rPr dirty="0" sz="1700" spc="-6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una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aplicación</a:t>
            </a:r>
            <a:r>
              <a:rPr dirty="0" sz="1700" spc="-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escritorio</a:t>
            </a:r>
            <a:r>
              <a:rPr dirty="0" sz="17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10" b="1">
                <a:solidFill>
                  <a:srgbClr val="2C3430"/>
                </a:solidFill>
                <a:latin typeface="Trebuchet MS"/>
                <a:cs typeface="Trebuchet MS"/>
              </a:rPr>
              <a:t>no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tiene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todavía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45" b="1">
                <a:solidFill>
                  <a:srgbClr val="2C3430"/>
                </a:solidFill>
                <a:latin typeface="Trebuchet MS"/>
                <a:cs typeface="Trebuchet MS"/>
              </a:rPr>
              <a:t>cuentas</a:t>
            </a:r>
            <a:r>
              <a:rPr dirty="0" sz="1700" spc="-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usuario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35" b="1">
                <a:solidFill>
                  <a:srgbClr val="2C3430"/>
                </a:solidFill>
                <a:latin typeface="Trebuchet MS"/>
                <a:cs typeface="Trebuchet MS"/>
              </a:rPr>
              <a:t>ni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una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arquitectura</a:t>
            </a:r>
            <a:r>
              <a:rPr dirty="0" sz="1700" spc="-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web,</a:t>
            </a:r>
            <a:r>
              <a:rPr dirty="0" sz="1700" spc="-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las</a:t>
            </a:r>
            <a:r>
              <a:rPr dirty="0" sz="1700" spc="-8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necesidades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8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seguridad</a:t>
            </a:r>
            <a:r>
              <a:rPr dirty="0" sz="1700" spc="-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son</a:t>
            </a:r>
            <a:r>
              <a:rPr dirty="0" sz="1700" spc="-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diferentes</a:t>
            </a:r>
            <a:r>
              <a:rPr dirty="0" sz="1700" spc="-1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a</a:t>
            </a:r>
            <a:r>
              <a:rPr dirty="0" sz="1700" spc="-5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las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una</a:t>
            </a:r>
            <a:r>
              <a:rPr dirty="0" sz="1700" spc="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aplicación</a:t>
            </a:r>
            <a:r>
              <a:rPr dirty="0" sz="1700" spc="-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web.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En</a:t>
            </a:r>
            <a:r>
              <a:rPr dirty="0" sz="1700" spc="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esta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etapa</a:t>
            </a:r>
            <a:r>
              <a:rPr dirty="0" sz="1700" spc="-1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nos</a:t>
            </a:r>
            <a:r>
              <a:rPr dirty="0" sz="1700" spc="-1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enfocamos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principalmente</a:t>
            </a:r>
            <a:r>
              <a:rPr dirty="0" sz="1700" spc="1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en</a:t>
            </a:r>
            <a:endParaRPr sz="1700">
              <a:latin typeface="Trebuchet MS"/>
              <a:cs typeface="Trebuchet MS"/>
            </a:endParaRPr>
          </a:p>
          <a:p>
            <a:pPr marL="64135" marR="422275">
              <a:lnSpc>
                <a:spcPct val="115300"/>
              </a:lnSpc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controlar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operaciones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inválidas,</a:t>
            </a:r>
            <a:r>
              <a:rPr dirty="0" sz="1700" spc="-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por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ejemplo,</a:t>
            </a:r>
            <a:r>
              <a:rPr dirty="0" sz="1700" spc="-1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valores </a:t>
            </a:r>
            <a:r>
              <a:rPr dirty="0" sz="1700" spc="55" b="1">
                <a:solidFill>
                  <a:srgbClr val="2C3430"/>
                </a:solidFill>
                <a:latin typeface="Trebuchet MS"/>
                <a:cs typeface="Trebuchet MS"/>
              </a:rPr>
              <a:t>que</a:t>
            </a:r>
            <a:r>
              <a:rPr dirty="0" sz="1700" spc="-6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no</a:t>
            </a:r>
            <a:r>
              <a:rPr dirty="0" sz="1700" spc="-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40" b="1">
                <a:solidFill>
                  <a:srgbClr val="2C3430"/>
                </a:solidFill>
                <a:latin typeface="Trebuchet MS"/>
                <a:cs typeface="Trebuchet MS"/>
              </a:rPr>
              <a:t>sean</a:t>
            </a:r>
            <a:endParaRPr sz="1700">
              <a:latin typeface="Trebuchet MS"/>
              <a:cs typeface="Trebuchet MS"/>
            </a:endParaRPr>
          </a:p>
          <a:p>
            <a:pPr marL="64135">
              <a:lnSpc>
                <a:spcPct val="100000"/>
              </a:lnSpc>
              <a:spcBef>
                <a:spcPts val="290"/>
              </a:spcBef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numéricos</a:t>
            </a:r>
            <a:r>
              <a:rPr dirty="0" sz="1700" spc="55" b="1">
                <a:solidFill>
                  <a:srgbClr val="2C3430"/>
                </a:solidFill>
                <a:latin typeface="Trebuchet MS"/>
                <a:cs typeface="Trebuchet MS"/>
              </a:rPr>
              <a:t> al</a:t>
            </a:r>
            <a:r>
              <a:rPr dirty="0" sz="1700" spc="4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modificar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las</a:t>
            </a:r>
            <a:endParaRPr sz="1700">
              <a:latin typeface="Trebuchet MS"/>
              <a:cs typeface="Trebuchet MS"/>
            </a:endParaRPr>
          </a:p>
          <a:p>
            <a:pPr marL="64135">
              <a:lnSpc>
                <a:spcPct val="100000"/>
              </a:lnSpc>
              <a:spcBef>
                <a:spcPts val="310"/>
              </a:spcBef>
            </a:pP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dimensiones.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057888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95395">
              <a:lnSpc>
                <a:spcPct val="100000"/>
              </a:lnSpc>
              <a:spcBef>
                <a:spcPts val="100"/>
              </a:spcBef>
            </a:pPr>
            <a:r>
              <a:rPr dirty="0" sz="7200" spc="-10"/>
              <a:t>Mockup</a:t>
            </a:r>
            <a:endParaRPr sz="7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2A2C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4869" rIns="0" bIns="0" rtlCol="0" vert="horz">
            <a:spAutoFit/>
          </a:bodyPr>
          <a:lstStyle/>
          <a:p>
            <a:pPr marL="327152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0480" y="2449449"/>
            <a:ext cx="4685030" cy="32099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4798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Conclusiones:</a:t>
            </a:r>
            <a:endParaRPr sz="1700">
              <a:latin typeface="Trebuchet MS"/>
              <a:cs typeface="Trebuchet MS"/>
            </a:endParaRPr>
          </a:p>
          <a:p>
            <a:pPr marL="347345" indent="-334645">
              <a:lnSpc>
                <a:spcPct val="100000"/>
              </a:lnSpc>
              <a:spcBef>
                <a:spcPts val="1395"/>
              </a:spcBef>
              <a:buFont typeface="Microsoft Sans Serif"/>
              <a:buChar char="•"/>
              <a:tabLst>
                <a:tab pos="347345" algn="l"/>
              </a:tabLst>
            </a:pP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MuebleDesigner</a:t>
            </a:r>
            <a:r>
              <a:rPr dirty="0" sz="1700" spc="-10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busca</a:t>
            </a:r>
            <a:r>
              <a:rPr dirty="0" sz="1700" spc="-5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simplificar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el</a:t>
            </a:r>
            <a:endParaRPr sz="170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405"/>
              </a:spcBef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diseño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-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muebles</a:t>
            </a:r>
            <a:r>
              <a:rPr dirty="0" sz="1700" spc="-6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personalizados.</a:t>
            </a:r>
            <a:endParaRPr sz="1700">
              <a:latin typeface="Trebuchet MS"/>
              <a:cs typeface="Trebuchet MS"/>
            </a:endParaRPr>
          </a:p>
          <a:p>
            <a:pPr marL="347345" indent="-334645">
              <a:lnSpc>
                <a:spcPct val="100000"/>
              </a:lnSpc>
              <a:spcBef>
                <a:spcPts val="409"/>
              </a:spcBef>
              <a:buFont typeface="Microsoft Sans Serif"/>
              <a:buChar char="•"/>
              <a:tabLst>
                <a:tab pos="347345" algn="l"/>
              </a:tabLst>
            </a:pP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Permite</a:t>
            </a:r>
            <a:r>
              <a:rPr dirty="0" sz="1700" spc="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visualizar</a:t>
            </a:r>
            <a:r>
              <a:rPr dirty="0" sz="1700" spc="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proyectos</a:t>
            </a:r>
            <a:r>
              <a:rPr dirty="0" sz="1700" spc="7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antes</a:t>
            </a:r>
            <a:r>
              <a:rPr dirty="0" sz="1700" spc="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endParaRPr sz="1700">
              <a:latin typeface="Trebuchet MS"/>
              <a:cs typeface="Trebuchet MS"/>
            </a:endParaRPr>
          </a:p>
          <a:p>
            <a:pPr marL="347980">
              <a:lnSpc>
                <a:spcPct val="100000"/>
              </a:lnSpc>
              <a:spcBef>
                <a:spcPts val="409"/>
              </a:spcBef>
            </a:pP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fabricarlos.</a:t>
            </a:r>
            <a:endParaRPr sz="1700">
              <a:latin typeface="Trebuchet MS"/>
              <a:cs typeface="Trebuchet MS"/>
            </a:endParaRPr>
          </a:p>
          <a:p>
            <a:pPr marL="347980" marR="43815" indent="-335280">
              <a:lnSpc>
                <a:spcPct val="120000"/>
              </a:lnSpc>
              <a:buFont typeface="Microsoft Sans Serif"/>
              <a:buChar char="•"/>
              <a:tabLst>
                <a:tab pos="347980" algn="l"/>
              </a:tabLst>
            </a:pPr>
            <a:r>
              <a:rPr dirty="0" sz="1700" spc="110" b="1">
                <a:solidFill>
                  <a:srgbClr val="2C3430"/>
                </a:solidFill>
                <a:latin typeface="Trebuchet MS"/>
                <a:cs typeface="Trebuchet MS"/>
              </a:rPr>
              <a:t>Su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enfoque</a:t>
            </a:r>
            <a:r>
              <a:rPr dirty="0" sz="1700" spc="-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freemium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facilita</a:t>
            </a:r>
            <a:r>
              <a:rPr dirty="0" sz="1700" spc="3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5" b="1">
                <a:solidFill>
                  <a:srgbClr val="2C3430"/>
                </a:solidFill>
                <a:latin typeface="Trebuchet MS"/>
                <a:cs typeface="Trebuchet MS"/>
              </a:rPr>
              <a:t>la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40" b="1">
                <a:solidFill>
                  <a:srgbClr val="2C3430"/>
                </a:solidFill>
                <a:latin typeface="Trebuchet MS"/>
                <a:cs typeface="Trebuchet MS"/>
              </a:rPr>
              <a:t>adopción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por</a:t>
            </a:r>
            <a:r>
              <a:rPr dirty="0" sz="1700" spc="1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distintos</a:t>
            </a:r>
            <a:r>
              <a:rPr dirty="0" sz="1700" spc="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usuarios.</a:t>
            </a:r>
            <a:endParaRPr sz="1700">
              <a:latin typeface="Trebuchet MS"/>
              <a:cs typeface="Trebuchet MS"/>
            </a:endParaRPr>
          </a:p>
          <a:p>
            <a:pPr marL="347980" marR="5080" indent="-335280">
              <a:lnSpc>
                <a:spcPct val="120100"/>
              </a:lnSpc>
              <a:buFont typeface="Microsoft Sans Serif"/>
              <a:buChar char="•"/>
              <a:tabLst>
                <a:tab pos="347980" algn="l"/>
              </a:tabLst>
            </a:pPr>
            <a:r>
              <a:rPr dirty="0" sz="1700" spc="60" b="1">
                <a:solidFill>
                  <a:srgbClr val="2C3430"/>
                </a:solidFill>
                <a:latin typeface="Trebuchet MS"/>
                <a:cs typeface="Trebuchet MS"/>
              </a:rPr>
              <a:t>Posee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potencial</a:t>
            </a:r>
            <a:r>
              <a:rPr dirty="0" sz="1700" spc="-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75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2C3430"/>
                </a:solidFill>
                <a:latin typeface="Trebuchet MS"/>
                <a:cs typeface="Trebuchet MS"/>
              </a:rPr>
              <a:t>crecimiento</a:t>
            </a:r>
            <a:r>
              <a:rPr dirty="0" sz="1700" spc="-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mediante </a:t>
            </a:r>
            <a:r>
              <a:rPr dirty="0" sz="1700" spc="55" b="1">
                <a:solidFill>
                  <a:srgbClr val="2C3430"/>
                </a:solidFill>
                <a:latin typeface="Trebuchet MS"/>
                <a:cs typeface="Trebuchet MS"/>
              </a:rPr>
              <a:t>nuevas</a:t>
            </a:r>
            <a:r>
              <a:rPr dirty="0" sz="1700" spc="-10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30" b="1">
                <a:solidFill>
                  <a:srgbClr val="2C3430"/>
                </a:solidFill>
                <a:latin typeface="Trebuchet MS"/>
                <a:cs typeface="Trebuchet MS"/>
              </a:rPr>
              <a:t>funcionalidades</a:t>
            </a:r>
            <a:r>
              <a:rPr dirty="0" sz="1700" spc="-1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30" b="1">
                <a:solidFill>
                  <a:srgbClr val="2C3430"/>
                </a:solidFill>
                <a:latin typeface="Trebuchet MS"/>
                <a:cs typeface="Trebuchet MS"/>
              </a:rPr>
              <a:t>y</a:t>
            </a:r>
            <a:r>
              <a:rPr dirty="0" sz="1700" spc="-2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20" b="1">
                <a:solidFill>
                  <a:srgbClr val="2C3430"/>
                </a:solidFill>
                <a:latin typeface="Trebuchet MS"/>
                <a:cs typeface="Trebuchet MS"/>
              </a:rPr>
              <a:t>servicios</a:t>
            </a:r>
            <a:r>
              <a:rPr dirty="0" sz="1700" spc="-4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700" spc="50" b="1">
                <a:solidFill>
                  <a:srgbClr val="2C3430"/>
                </a:solidFill>
                <a:latin typeface="Trebuchet MS"/>
                <a:cs typeface="Trebuchet MS"/>
              </a:rPr>
              <a:t>de </a:t>
            </a:r>
            <a:r>
              <a:rPr dirty="0" sz="1700" spc="-10" b="1">
                <a:solidFill>
                  <a:srgbClr val="2C3430"/>
                </a:solidFill>
                <a:latin typeface="Trebuchet MS"/>
                <a:cs typeface="Trebuchet MS"/>
              </a:rPr>
              <a:t>fabricación.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5409" y="2477650"/>
            <a:ext cx="3228975" cy="127952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53695">
              <a:lnSpc>
                <a:spcPct val="100000"/>
              </a:lnSpc>
              <a:spcBef>
                <a:spcPts val="560"/>
              </a:spcBef>
            </a:pPr>
            <a:r>
              <a:rPr dirty="0" sz="1400" b="1">
                <a:solidFill>
                  <a:srgbClr val="2C3430"/>
                </a:solidFill>
                <a:latin typeface="Trebuchet MS"/>
                <a:cs typeface="Trebuchet MS"/>
              </a:rPr>
              <a:t>Próximos</a:t>
            </a:r>
            <a:r>
              <a:rPr dirty="0" sz="1400" spc="10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2C3430"/>
                </a:solidFill>
                <a:latin typeface="Trebuchet MS"/>
                <a:cs typeface="Trebuchet MS"/>
              </a:rPr>
              <a:t>pasos:</a:t>
            </a:r>
            <a:endParaRPr sz="1400">
              <a:latin typeface="Trebuchet MS"/>
              <a:cs typeface="Trebuchet MS"/>
            </a:endParaRPr>
          </a:p>
          <a:p>
            <a:pPr marL="353695" indent="-340995">
              <a:lnSpc>
                <a:spcPct val="100000"/>
              </a:lnSpc>
              <a:spcBef>
                <a:spcPts val="1005"/>
              </a:spcBef>
              <a:buSzPct val="128571"/>
              <a:buFont typeface="Microsoft Sans Serif"/>
              <a:buChar char="•"/>
              <a:tabLst>
                <a:tab pos="353695" algn="l"/>
              </a:tabLst>
            </a:pPr>
            <a:r>
              <a:rPr dirty="0" sz="1400" b="1">
                <a:solidFill>
                  <a:srgbClr val="2C3430"/>
                </a:solidFill>
                <a:latin typeface="Trebuchet MS"/>
                <a:cs typeface="Trebuchet MS"/>
              </a:rPr>
              <a:t>Desarrollo</a:t>
            </a:r>
            <a:r>
              <a:rPr dirty="0" sz="1400" spc="19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2C3430"/>
                </a:solidFill>
                <a:latin typeface="Trebuchet MS"/>
                <a:cs typeface="Trebuchet MS"/>
              </a:rPr>
              <a:t>del</a:t>
            </a:r>
            <a:r>
              <a:rPr dirty="0" sz="1400" spc="11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400" spc="-20" b="1">
                <a:solidFill>
                  <a:srgbClr val="2C3430"/>
                </a:solidFill>
                <a:latin typeface="Trebuchet MS"/>
                <a:cs typeface="Trebuchet MS"/>
              </a:rPr>
              <a:t>MVP.</a:t>
            </a:r>
            <a:endParaRPr sz="1400">
              <a:latin typeface="Trebuchet MS"/>
              <a:cs typeface="Trebuchet MS"/>
            </a:endParaRPr>
          </a:p>
          <a:p>
            <a:pPr marL="353695" indent="-340995">
              <a:lnSpc>
                <a:spcPct val="100000"/>
              </a:lnSpc>
              <a:spcBef>
                <a:spcPts val="5"/>
              </a:spcBef>
              <a:buSzPct val="128571"/>
              <a:buFont typeface="Microsoft Sans Serif"/>
              <a:buChar char="•"/>
              <a:tabLst>
                <a:tab pos="353695" algn="l"/>
              </a:tabLst>
            </a:pPr>
            <a:r>
              <a:rPr dirty="0" sz="1400" spc="-10" b="1">
                <a:solidFill>
                  <a:srgbClr val="2C3430"/>
                </a:solidFill>
                <a:latin typeface="Trebuchet MS"/>
                <a:cs typeface="Trebuchet MS"/>
              </a:rPr>
              <a:t>Validación.</a:t>
            </a:r>
            <a:endParaRPr sz="1400">
              <a:latin typeface="Trebuchet MS"/>
              <a:cs typeface="Trebuchet MS"/>
            </a:endParaRPr>
          </a:p>
          <a:p>
            <a:pPr marL="353695" indent="-340995">
              <a:lnSpc>
                <a:spcPct val="100000"/>
              </a:lnSpc>
              <a:buSzPct val="128571"/>
              <a:buFont typeface="Microsoft Sans Serif"/>
              <a:buChar char="•"/>
              <a:tabLst>
                <a:tab pos="353695" algn="l"/>
              </a:tabLst>
            </a:pPr>
            <a:r>
              <a:rPr dirty="0" sz="1400" b="1">
                <a:solidFill>
                  <a:srgbClr val="2C3430"/>
                </a:solidFill>
                <a:latin typeface="Trebuchet MS"/>
                <a:cs typeface="Trebuchet MS"/>
              </a:rPr>
              <a:t>Incorporación</a:t>
            </a:r>
            <a:r>
              <a:rPr dirty="0" sz="1400" spc="120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400" spc="50" b="1">
                <a:solidFill>
                  <a:srgbClr val="2C3430"/>
                </a:solidFill>
                <a:latin typeface="Trebuchet MS"/>
                <a:cs typeface="Trebuchet MS"/>
              </a:rPr>
              <a:t>de</a:t>
            </a:r>
            <a:r>
              <a:rPr dirty="0" sz="1400" spc="35" b="1">
                <a:solidFill>
                  <a:srgbClr val="2C3430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2C3430"/>
                </a:solidFill>
                <a:latin typeface="Trebuchet MS"/>
                <a:cs typeface="Trebuchet MS"/>
              </a:rPr>
              <a:t>funcionalidades</a:t>
            </a:r>
            <a:endParaRPr sz="1400">
              <a:latin typeface="Trebuchet MS"/>
              <a:cs typeface="Trebuchet MS"/>
            </a:endParaRPr>
          </a:p>
          <a:p>
            <a:pPr marL="353695">
              <a:lnSpc>
                <a:spcPct val="100000"/>
              </a:lnSpc>
            </a:pPr>
            <a:r>
              <a:rPr dirty="0" sz="1400" spc="-10" b="1">
                <a:solidFill>
                  <a:srgbClr val="2C3430"/>
                </a:solidFill>
                <a:latin typeface="Trebuchet MS"/>
                <a:cs typeface="Trebuchet MS"/>
              </a:rPr>
              <a:t>avanzadas</a:t>
            </a:r>
            <a:r>
              <a:rPr dirty="0" sz="1400" spc="-10">
                <a:solidFill>
                  <a:srgbClr val="2C3430"/>
                </a:solidFill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2026-09-01T13:55:38Z</dcterms:created>
  <dcterms:modified xsi:type="dcterms:W3CDTF">2026-09-01T13:55:38Z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2026-09-01T00:00:00Z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2026-09-01T00:00:00Z</vt:filetime>
  </property>
  <property fmtid="{D5CDD505-2E9C-101B-9397-08002B2CF9AE}" pid="6" name="Producer">
    <vt:lpwstr>www.ilovepdf.com</vt:lpwstr>
  </property>
</Properties>
</file>